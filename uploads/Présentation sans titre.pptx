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 id="214748366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Montserrat"/>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slideMaster" Target="slideMasters/slideMaster2.xml"/><Relationship Id="rId19" Type="http://schemas.openxmlformats.org/officeDocument/2006/relationships/font" Target="fonts/Montserrat-boldItalic.fntdata"/><Relationship Id="rId6" Type="http://schemas.openxmlformats.org/officeDocument/2006/relationships/notesMaster" Target="notesMasters/notesMaster1.xml"/><Relationship Id="rId18" Type="http://schemas.openxmlformats.org/officeDocument/2006/relationships/font" Target="fonts/Montserrat-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432890edd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g3f432890edd_2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432890edd_2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f432890edd_2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432890edd_2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g3f432890edd_2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432890edd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g3f432890edd_2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432890edd_2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g3f432890edd_2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432890edd_2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f432890edd_2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432890edd_2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f432890edd_2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432890edd_2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f432890edd_2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432890edd_2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f432890edd_2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2" type="sldNum"/>
          </p:nvPr>
        </p:nvSpPr>
        <p:spPr>
          <a:xfrm>
            <a:off x="7383780" y="4767262"/>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15"/>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1400"/>
              <a:buNone/>
              <a:defRPr b="1" sz="2400">
                <a:solidFill>
                  <a:srgbClr val="CCFF00"/>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5"/>
          <p:cNvSpPr txBox="1"/>
          <p:nvPr>
            <p:ph idx="1" type="body"/>
          </p:nvPr>
        </p:nvSpPr>
        <p:spPr>
          <a:xfrm>
            <a:off x="342900" y="1200150"/>
            <a:ext cx="4087368"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62" name="Google Shape;62;p15"/>
          <p:cNvSpPr txBox="1"/>
          <p:nvPr>
            <p:ph idx="2" type="body"/>
          </p:nvPr>
        </p:nvSpPr>
        <p:spPr>
          <a:xfrm>
            <a:off x="4914900" y="1200149"/>
            <a:ext cx="3815334"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63" name="Google Shape;63;p1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2" type="sldNum"/>
          </p:nvPr>
        </p:nvSpPr>
        <p:spPr>
          <a:xfrm>
            <a:off x="7130034" y="4800599"/>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16"/>
          <p:cNvSpPr txBox="1"/>
          <p:nvPr>
            <p:ph type="title"/>
          </p:nvPr>
        </p:nvSpPr>
        <p:spPr>
          <a:xfrm>
            <a:off x="541735" y="3305175"/>
            <a:ext cx="7804451" cy="1021556"/>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6"/>
          <p:cNvSpPr txBox="1"/>
          <p:nvPr>
            <p:ph idx="1" type="body"/>
          </p:nvPr>
        </p:nvSpPr>
        <p:spPr>
          <a:xfrm>
            <a:off x="541734" y="2180035"/>
            <a:ext cx="7804451" cy="112514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68" name="Google Shape;68;p1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6"/>
          <p:cNvSpPr txBox="1"/>
          <p:nvPr>
            <p:ph idx="12" type="sldNum"/>
          </p:nvPr>
        </p:nvSpPr>
        <p:spPr>
          <a:xfrm>
            <a:off x="6800850" y="4767262"/>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7"/>
          <p:cNvSpPr txBox="1"/>
          <p:nvPr>
            <p:ph type="title"/>
          </p:nvPr>
        </p:nvSpPr>
        <p:spPr>
          <a:xfrm>
            <a:off x="342900" y="205978"/>
            <a:ext cx="8455914" cy="85725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1"/>
              </a:buClr>
              <a:buSzPts val="1400"/>
              <a:buNone/>
              <a:defRPr b="1" sz="2400">
                <a:solidFill>
                  <a:srgbClr val="CCFF00"/>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7"/>
          <p:cNvSpPr txBox="1"/>
          <p:nvPr>
            <p:ph idx="12" type="sldNum"/>
          </p:nvPr>
        </p:nvSpPr>
        <p:spPr>
          <a:xfrm>
            <a:off x="7130034" y="4760166"/>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18"/>
          <p:cNvSpPr txBox="1"/>
          <p:nvPr>
            <p:ph type="title"/>
          </p:nvPr>
        </p:nvSpPr>
        <p:spPr>
          <a:xfrm>
            <a:off x="1344216" y="3600450"/>
            <a:ext cx="4114800" cy="425054"/>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8"/>
          <p:cNvSpPr/>
          <p:nvPr>
            <p:ph idx="2" type="pic"/>
          </p:nvPr>
        </p:nvSpPr>
        <p:spPr>
          <a:xfrm>
            <a:off x="1344216" y="459581"/>
            <a:ext cx="4114800" cy="3086100"/>
          </a:xfrm>
          <a:prstGeom prst="rect">
            <a:avLst/>
          </a:prstGeom>
          <a:noFill/>
          <a:ln>
            <a:noFill/>
          </a:ln>
        </p:spPr>
      </p:sp>
      <p:sp>
        <p:nvSpPr>
          <p:cNvPr id="77" name="Google Shape;77;p18"/>
          <p:cNvSpPr txBox="1"/>
          <p:nvPr>
            <p:ph idx="1" type="body"/>
          </p:nvPr>
        </p:nvSpPr>
        <p:spPr>
          <a:xfrm>
            <a:off x="1344216" y="4025503"/>
            <a:ext cx="4114800" cy="60364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78" name="Google Shape;78;p18"/>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8"/>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80" name="Google Shape;80;p18"/>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9"/>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9"/>
          <p:cNvSpPr txBox="1"/>
          <p:nvPr>
            <p:ph idx="1" type="body"/>
          </p:nvPr>
        </p:nvSpPr>
        <p:spPr>
          <a:xfrm rot="5400000">
            <a:off x="1731764" y="-188714"/>
            <a:ext cx="3394472" cy="61722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84" name="Google Shape;84;p19"/>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9"/>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86" name="Google Shape;86;p19"/>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20"/>
          <p:cNvSpPr txBox="1"/>
          <p:nvPr>
            <p:ph type="title"/>
          </p:nvPr>
        </p:nvSpPr>
        <p:spPr>
          <a:xfrm rot="5400000">
            <a:off x="3549254" y="1628776"/>
            <a:ext cx="4388644" cy="15430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20"/>
          <p:cNvSpPr txBox="1"/>
          <p:nvPr>
            <p:ph idx="1" type="body"/>
          </p:nvPr>
        </p:nvSpPr>
        <p:spPr>
          <a:xfrm rot="5400000">
            <a:off x="406003" y="142875"/>
            <a:ext cx="4388644" cy="451485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90" name="Google Shape;90;p20"/>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20"/>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92" name="Google Shape;92;p20"/>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0" y="205978"/>
            <a:ext cx="8476488" cy="85725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342900" y="1200150"/>
            <a:ext cx="8476488" cy="3394472"/>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CCFF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2" type="sldNum"/>
          </p:nvPr>
        </p:nvSpPr>
        <p:spPr>
          <a:xfrm>
            <a:off x="7200900" y="4767263"/>
            <a:ext cx="16002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CCFF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
        <p:nvSpPr>
          <p:cNvPr id="55" name="Google Shape;55;p13"/>
          <p:cNvSpPr/>
          <p:nvPr/>
        </p:nvSpPr>
        <p:spPr>
          <a:xfrm>
            <a:off x="329470" y="459581"/>
            <a:ext cx="35719" cy="350044"/>
          </a:xfrm>
          <a:prstGeom prst="rect">
            <a:avLst/>
          </a:prstGeom>
          <a:solidFill>
            <a:srgbClr val="CCFF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1"/>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400"/>
              <a:buNone/>
            </a:pPr>
            <a:r>
              <a:rPr lang="fr"/>
              <a:t>HARBOR SIEGE</a:t>
            </a:r>
            <a:endParaRPr/>
          </a:p>
        </p:txBody>
      </p:sp>
      <p:sp>
        <p:nvSpPr>
          <p:cNvPr id="98" name="Google Shape;98;p21"/>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rmAutofit fontScale="85000" lnSpcReduction="20000"/>
          </a:bodyPr>
          <a:lstStyle/>
          <a:p>
            <a:pPr indent="-278448" lvl="0" marL="342900" rtl="0" algn="l">
              <a:lnSpc>
                <a:spcPct val="100000"/>
              </a:lnSpc>
              <a:spcBef>
                <a:spcPts val="400"/>
              </a:spcBef>
              <a:spcAft>
                <a:spcPts val="0"/>
              </a:spcAft>
              <a:buClr>
                <a:schemeClr val="dk1"/>
              </a:buClr>
              <a:buSzPct val="175000"/>
              <a:buChar char="•"/>
            </a:pPr>
            <a:r>
              <a:rPr b="1" lang="fr" sz="1200">
                <a:solidFill>
                  <a:schemeClr val="lt1"/>
                </a:solidFill>
              </a:rPr>
              <a:t>Conquête • Stratégie • Esprit d'équipe</a:t>
            </a:r>
            <a:endParaRPr sz="1200">
              <a:solidFill>
                <a:schemeClr val="lt1"/>
              </a:solidFill>
            </a:endParaRPr>
          </a:p>
          <a:p>
            <a:pPr indent="-278448" lvl="0" marL="342900" rtl="0" algn="l">
              <a:lnSpc>
                <a:spcPct val="100000"/>
              </a:lnSpc>
              <a:spcBef>
                <a:spcPts val="400"/>
              </a:spcBef>
              <a:spcAft>
                <a:spcPts val="0"/>
              </a:spcAft>
              <a:buClr>
                <a:schemeClr val="dk1"/>
              </a:buClr>
              <a:buSzPct val="175000"/>
              <a:buChar char="•"/>
            </a:pPr>
            <a:r>
              <a:rPr lang="fr" sz="1200">
                <a:solidFill>
                  <a:schemeClr val="lt1"/>
                </a:solidFill>
              </a:rPr>
              <a:t>Plongez au cœur d’un ancien port abandonné, un véritable labyrinthe de ruelles étroites, d’entrepôts oubliés et de caisses de marchandises. Dans cet environnement chargé d’histoire, chaque recoin peut cacher un adversaire.</a:t>
            </a:r>
            <a:endParaRPr/>
          </a:p>
          <a:p>
            <a:pPr indent="-278448" lvl="0" marL="342900" rtl="0" algn="l">
              <a:lnSpc>
                <a:spcPct val="100000"/>
              </a:lnSpc>
              <a:spcBef>
                <a:spcPts val="400"/>
              </a:spcBef>
              <a:spcAft>
                <a:spcPts val="0"/>
              </a:spcAft>
              <a:buClr>
                <a:schemeClr val="dk1"/>
              </a:buClr>
              <a:buSzPct val="175000"/>
              <a:buChar char="•"/>
            </a:pPr>
            <a:r>
              <a:rPr lang="fr" sz="1200">
                <a:solidFill>
                  <a:schemeClr val="lt1"/>
                </a:solidFill>
              </a:rPr>
              <a:t>Formez votre équipe et partez à la conquête des zones stratégiques du port. Plus vous contrôlez de territoires, plus vous accumulez de points. Mais attention : vos adversaires feront tout pour reprendre le contrôle et inverser le cours de la bataille.</a:t>
            </a:r>
            <a:endParaRPr/>
          </a:p>
          <a:p>
            <a:pPr indent="-278448" lvl="0" marL="342900" rtl="0" algn="l">
              <a:lnSpc>
                <a:spcPct val="100000"/>
              </a:lnSpc>
              <a:spcBef>
                <a:spcPts val="400"/>
              </a:spcBef>
              <a:spcAft>
                <a:spcPts val="0"/>
              </a:spcAft>
              <a:buClr>
                <a:schemeClr val="dk1"/>
              </a:buClr>
              <a:buSzPct val="175000"/>
              <a:buChar char="•"/>
            </a:pPr>
            <a:r>
              <a:rPr lang="fr" sz="1200">
                <a:solidFill>
                  <a:schemeClr val="lt1"/>
                </a:solidFill>
              </a:rPr>
              <a:t>Coordination, rapidité et sens tactique seront les clés de la victoire dans cette expérience immersive où chaque décision compte.</a:t>
            </a:r>
            <a:endParaRPr/>
          </a:p>
          <a:p>
            <a:pPr indent="-278448" lvl="0" marL="342900" rtl="0" algn="l">
              <a:lnSpc>
                <a:spcPct val="100000"/>
              </a:lnSpc>
              <a:spcBef>
                <a:spcPts val="400"/>
              </a:spcBef>
              <a:spcAft>
                <a:spcPts val="0"/>
              </a:spcAft>
              <a:buClr>
                <a:schemeClr val="dk1"/>
              </a:buClr>
              <a:buSzPct val="175000"/>
              <a:buChar char="•"/>
            </a:pPr>
            <a:r>
              <a:rPr b="1" lang="fr" sz="1200">
                <a:solidFill>
                  <a:schemeClr val="lt1"/>
                </a:solidFill>
              </a:rPr>
              <a:t>🎮 Type de jeu : Domination</a:t>
            </a:r>
            <a:br>
              <a:rPr lang="fr" sz="1200">
                <a:solidFill>
                  <a:schemeClr val="lt1"/>
                </a:solidFill>
              </a:rPr>
            </a:br>
            <a:r>
              <a:rPr b="1" lang="fr" sz="1200">
                <a:solidFill>
                  <a:schemeClr val="lt1"/>
                </a:solidFill>
              </a:rPr>
              <a:t>👥 Joueurs : 2 à 12</a:t>
            </a:r>
            <a:br>
              <a:rPr lang="fr" sz="1200">
                <a:solidFill>
                  <a:schemeClr val="lt1"/>
                </a:solidFill>
              </a:rPr>
            </a:br>
            <a:r>
              <a:rPr b="1" lang="fr" sz="1200">
                <a:solidFill>
                  <a:schemeClr val="lt1"/>
                </a:solidFill>
              </a:rPr>
              <a:t>⏱️ Durée : 20 minutes</a:t>
            </a:r>
            <a:br>
              <a:rPr lang="fr" sz="1200">
                <a:solidFill>
                  <a:schemeClr val="lt1"/>
                </a:solidFill>
              </a:rPr>
            </a:br>
            <a:r>
              <a:rPr b="1" lang="fr" sz="1200">
                <a:solidFill>
                  <a:schemeClr val="lt1"/>
                </a:solidFill>
              </a:rPr>
              <a:t>🎯 Objectif : Capturer et défendre les zones de contrôle pour mener votre équipe à la victoire.</a:t>
            </a:r>
            <a:endParaRPr sz="1200">
              <a:solidFill>
                <a:schemeClr val="lt1"/>
              </a:solidFill>
            </a:endParaRPr>
          </a:p>
          <a:p>
            <a:pPr indent="-278448" lvl="0" marL="342900" rtl="0" algn="l">
              <a:lnSpc>
                <a:spcPct val="100000"/>
              </a:lnSpc>
              <a:spcBef>
                <a:spcPts val="400"/>
              </a:spcBef>
              <a:spcAft>
                <a:spcPts val="0"/>
              </a:spcAft>
              <a:buClr>
                <a:schemeClr val="dk1"/>
              </a:buClr>
              <a:buSzPct val="175000"/>
              <a:buChar char="•"/>
            </a:pPr>
            <a:r>
              <a:rPr b="1" lang="fr" sz="1200">
                <a:solidFill>
                  <a:schemeClr val="lt1"/>
                </a:solidFill>
              </a:rPr>
              <a:t>"Prenez le contrôle du port. Défendez vos positions. Dominez le champ de bataille."</a:t>
            </a:r>
            <a:r>
              <a:rPr lang="fr" sz="1200">
                <a:solidFill>
                  <a:schemeClr val="lt1"/>
                </a:solidFill>
              </a:rPr>
              <a:t> ⚓🔥</a:t>
            </a:r>
            <a:endParaRPr/>
          </a:p>
          <a:p>
            <a:pPr indent="-165100" lvl="0" marL="342900" rtl="0" algn="l">
              <a:lnSpc>
                <a:spcPct val="100000"/>
              </a:lnSpc>
              <a:spcBef>
                <a:spcPts val="400"/>
              </a:spcBef>
              <a:spcAft>
                <a:spcPts val="0"/>
              </a:spcAft>
              <a:buClr>
                <a:schemeClr val="dk1"/>
              </a:buClr>
              <a:buSzPct val="175000"/>
              <a:buNone/>
            </a:pPr>
            <a:r>
              <a:t/>
            </a:r>
            <a:endParaRPr sz="1200">
              <a:solidFill>
                <a:schemeClr val="lt1"/>
              </a:solidFill>
            </a:endParaRPr>
          </a:p>
        </p:txBody>
      </p:sp>
      <p:sp>
        <p:nvSpPr>
          <p:cNvPr id="99" name="Google Shape;99;p21"/>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400"/>
              <a:buNone/>
            </a:pPr>
            <a:r>
              <a:rPr lang="fr"/>
              <a:t>OUTBREAK LAB</a:t>
            </a:r>
            <a:endParaRPr/>
          </a:p>
        </p:txBody>
      </p:sp>
      <p:sp>
        <p:nvSpPr>
          <p:cNvPr id="105" name="Google Shape;105;p22"/>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rmAutofit lnSpcReduction="20000"/>
          </a:bodyPr>
          <a:lstStyle/>
          <a:p>
            <a:pPr indent="-298450" lvl="0" marL="342900" rtl="0" algn="l">
              <a:lnSpc>
                <a:spcPct val="100000"/>
              </a:lnSpc>
              <a:spcBef>
                <a:spcPts val="400"/>
              </a:spcBef>
              <a:spcAft>
                <a:spcPts val="0"/>
              </a:spcAft>
              <a:buClr>
                <a:schemeClr val="dk1"/>
              </a:buClr>
              <a:buSzPts val="2100"/>
              <a:buChar char="•"/>
            </a:pPr>
            <a:r>
              <a:rPr b="1" lang="fr" sz="1200">
                <a:solidFill>
                  <a:schemeClr val="lt1"/>
                </a:solidFill>
              </a:rPr>
              <a:t>Survie • Action • Horreur</a:t>
            </a:r>
            <a:endParaRPr sz="1200">
              <a:solidFill>
                <a:schemeClr val="lt1"/>
              </a:solidFill>
            </a:endParaRPr>
          </a:p>
          <a:p>
            <a:pPr indent="0" lvl="0" marL="342900" rtl="0" algn="l">
              <a:lnSpc>
                <a:spcPct val="115000"/>
              </a:lnSpc>
              <a:spcBef>
                <a:spcPts val="900"/>
              </a:spcBef>
              <a:spcAft>
                <a:spcPts val="0"/>
              </a:spcAft>
              <a:buSzPts val="2100"/>
              <a:buNone/>
            </a:pPr>
            <a:r>
              <a:rPr lang="fr" sz="800">
                <a:solidFill>
                  <a:schemeClr val="lt1"/>
                </a:solidFill>
                <a:latin typeface="Arial"/>
                <a:ea typeface="Arial"/>
                <a:cs typeface="Arial"/>
                <a:sym typeface="Arial"/>
              </a:rPr>
              <a:t>Le laboratoire secret de X-Labs a cessé toute communication. </a:t>
            </a:r>
            <a:r>
              <a:rPr b="1" lang="fr" sz="800">
                <a:solidFill>
                  <a:schemeClr val="lt1"/>
                </a:solidFill>
                <a:latin typeface="Arial"/>
                <a:ea typeface="Arial"/>
                <a:cs typeface="Arial"/>
                <a:sym typeface="Arial"/>
              </a:rPr>
              <a:t>L'équipe Alpha, envoyée sur place pour rétablir le contact, ne donne plus aucun signe de vie.</a:t>
            </a:r>
            <a:r>
              <a:rPr lang="fr" sz="800">
                <a:solidFill>
                  <a:schemeClr val="lt1"/>
                </a:solidFill>
                <a:latin typeface="Arial"/>
                <a:ea typeface="Arial"/>
                <a:cs typeface="Arial"/>
                <a:sym typeface="Arial"/>
              </a:rPr>
              <a:t> C'est désormais à vous d'entrer en scène.</a:t>
            </a:r>
            <a:endParaRPr sz="800">
              <a:solidFill>
                <a:schemeClr val="lt1"/>
              </a:solidFill>
              <a:latin typeface="Arial"/>
              <a:ea typeface="Arial"/>
              <a:cs typeface="Arial"/>
              <a:sym typeface="Arial"/>
            </a:endParaRPr>
          </a:p>
          <a:p>
            <a:pPr indent="0" lvl="0" marL="342900" rtl="0" algn="l">
              <a:lnSpc>
                <a:spcPct val="115000"/>
              </a:lnSpc>
              <a:spcBef>
                <a:spcPts val="900"/>
              </a:spcBef>
              <a:spcAft>
                <a:spcPts val="0"/>
              </a:spcAft>
              <a:buSzPts val="2100"/>
              <a:buNone/>
            </a:pPr>
            <a:r>
              <a:rPr b="1" lang="fr" sz="800">
                <a:solidFill>
                  <a:schemeClr val="lt1"/>
                </a:solidFill>
                <a:latin typeface="Arial"/>
                <a:ea typeface="Arial"/>
                <a:cs typeface="Arial"/>
                <a:sym typeface="Arial"/>
              </a:rPr>
              <a:t>Équipe Bravo, à vous de jouer !</a:t>
            </a:r>
            <a:r>
              <a:rPr lang="fr" sz="800">
                <a:solidFill>
                  <a:schemeClr val="lt1"/>
                </a:solidFill>
                <a:latin typeface="Arial"/>
                <a:ea typeface="Arial"/>
                <a:cs typeface="Arial"/>
                <a:sym typeface="Arial"/>
              </a:rPr>
              <a:t> Dès votre déploiement, vous allez vite comprendre que la mission a viré au cauchemar. Des expériences interdites ont échappé à tout contrôle, et des créatures terrifiantes hantent désormais les couloirs du complexe.</a:t>
            </a:r>
            <a:endParaRPr sz="800">
              <a:solidFill>
                <a:schemeClr val="lt1"/>
              </a:solidFill>
              <a:latin typeface="Arial"/>
              <a:ea typeface="Arial"/>
              <a:cs typeface="Arial"/>
              <a:sym typeface="Arial"/>
            </a:endParaRPr>
          </a:p>
          <a:p>
            <a:pPr indent="0" lvl="0" marL="342900" rtl="0" algn="l">
              <a:lnSpc>
                <a:spcPct val="115000"/>
              </a:lnSpc>
              <a:spcBef>
                <a:spcPts val="900"/>
              </a:spcBef>
              <a:spcAft>
                <a:spcPts val="0"/>
              </a:spcAft>
              <a:buSzPts val="2100"/>
              <a:buNone/>
            </a:pPr>
            <a:r>
              <a:rPr lang="fr" sz="800">
                <a:solidFill>
                  <a:schemeClr val="lt1"/>
                </a:solidFill>
                <a:latin typeface="Arial"/>
                <a:ea typeface="Arial"/>
                <a:cs typeface="Arial"/>
                <a:sym typeface="Arial"/>
              </a:rPr>
              <a:t>Votre objectif : progressez dans les profondeurs du laboratoire, affrontez des hordes de monstres, découvrez ce qui est arrivé à vos frères d'armes et neutralisez l'origine de la catastrophe avant qu'il ne soit trop tard.</a:t>
            </a:r>
            <a:endParaRPr sz="800">
              <a:solidFill>
                <a:schemeClr val="lt1"/>
              </a:solidFill>
              <a:latin typeface="Arial"/>
              <a:ea typeface="Arial"/>
              <a:cs typeface="Arial"/>
              <a:sym typeface="Arial"/>
            </a:endParaRPr>
          </a:p>
          <a:p>
            <a:pPr indent="0" lvl="0" marL="342900" marR="292100" rtl="0" algn="l">
              <a:lnSpc>
                <a:spcPct val="115000"/>
              </a:lnSpc>
              <a:spcBef>
                <a:spcPts val="900"/>
              </a:spcBef>
              <a:spcAft>
                <a:spcPts val="0"/>
              </a:spcAft>
              <a:buSzPts val="2100"/>
              <a:buNone/>
            </a:pPr>
            <a:r>
              <a:rPr i="1" lang="fr" sz="800">
                <a:solidFill>
                  <a:schemeClr val="lt1"/>
                </a:solidFill>
                <a:latin typeface="Arial"/>
                <a:ea typeface="Arial"/>
                <a:cs typeface="Arial"/>
                <a:sym typeface="Arial"/>
              </a:rPr>
              <a:t>Bonne chance, Bravo. Rompez.</a:t>
            </a:r>
            <a:endParaRPr i="1" sz="800">
              <a:solidFill>
                <a:schemeClr val="lt1"/>
              </a:solidFill>
              <a:latin typeface="Arial"/>
              <a:ea typeface="Arial"/>
              <a:cs typeface="Arial"/>
              <a:sym typeface="Arial"/>
            </a:endParaRPr>
          </a:p>
          <a:p>
            <a:pPr indent="-298450" lvl="0" marL="342900" rtl="0" algn="l">
              <a:lnSpc>
                <a:spcPct val="100000"/>
              </a:lnSpc>
              <a:spcBef>
                <a:spcPts val="900"/>
              </a:spcBef>
              <a:spcAft>
                <a:spcPts val="0"/>
              </a:spcAft>
              <a:buClr>
                <a:schemeClr val="dk1"/>
              </a:buClr>
              <a:buSzPts val="2100"/>
              <a:buChar char="•"/>
            </a:pPr>
            <a:r>
              <a:rPr b="1" lang="fr" sz="1200">
                <a:solidFill>
                  <a:schemeClr val="lt1"/>
                </a:solidFill>
              </a:rPr>
              <a:t>🎮 Type de jeu : Zombies</a:t>
            </a:r>
            <a:br>
              <a:rPr lang="fr" sz="1200">
                <a:solidFill>
                  <a:schemeClr val="lt1"/>
                </a:solidFill>
              </a:rPr>
            </a:br>
            <a:r>
              <a:rPr b="1" lang="fr" sz="1200">
                <a:solidFill>
                  <a:schemeClr val="lt1"/>
                </a:solidFill>
              </a:rPr>
              <a:t>👥 Joueurs : 2 à 12</a:t>
            </a:r>
            <a:br>
              <a:rPr lang="fr" sz="1200">
                <a:solidFill>
                  <a:schemeClr val="lt1"/>
                </a:solidFill>
              </a:rPr>
            </a:br>
            <a:r>
              <a:rPr b="1" lang="fr" sz="1200">
                <a:solidFill>
                  <a:schemeClr val="lt1"/>
                </a:solidFill>
              </a:rPr>
              <a:t>⏱️ Durée : 30 minutes</a:t>
            </a:r>
            <a:br>
              <a:rPr lang="fr" sz="1200">
                <a:solidFill>
                  <a:schemeClr val="lt1"/>
                </a:solidFill>
              </a:rPr>
            </a:br>
            <a:r>
              <a:rPr b="1" lang="fr" sz="1200">
                <a:solidFill>
                  <a:schemeClr val="lt1"/>
                </a:solidFill>
              </a:rPr>
              <a:t>🎯 Objectif : Survivre, éliminer les menaces et révéler le secret de X-Labs.</a:t>
            </a:r>
            <a:endParaRPr sz="1200">
              <a:solidFill>
                <a:schemeClr val="lt1"/>
              </a:solidFill>
            </a:endParaRPr>
          </a:p>
          <a:p>
            <a:pPr indent="-165100" lvl="0" marL="342900" rtl="0" algn="l">
              <a:lnSpc>
                <a:spcPct val="100000"/>
              </a:lnSpc>
              <a:spcBef>
                <a:spcPts val="400"/>
              </a:spcBef>
              <a:spcAft>
                <a:spcPts val="0"/>
              </a:spcAft>
              <a:buClr>
                <a:schemeClr val="dk1"/>
              </a:buClr>
              <a:buSzPts val="2100"/>
              <a:buNone/>
            </a:pPr>
            <a:r>
              <a:t/>
            </a:r>
            <a:endParaRPr sz="1200">
              <a:solidFill>
                <a:schemeClr val="lt1"/>
              </a:solidFill>
            </a:endParaRPr>
          </a:p>
        </p:txBody>
      </p:sp>
      <p:sp>
        <p:nvSpPr>
          <p:cNvPr id="106" name="Google Shape;106;p22"/>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3"/>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400"/>
              <a:buNone/>
            </a:pPr>
            <a:r>
              <a:rPr lang="fr"/>
              <a:t>PARADISE EXPEDITION</a:t>
            </a:r>
            <a:endParaRPr/>
          </a:p>
        </p:txBody>
      </p:sp>
      <p:sp>
        <p:nvSpPr>
          <p:cNvPr id="112" name="Google Shape;112;p23"/>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rmAutofit fontScale="47500" lnSpcReduction="10000"/>
          </a:bodyPr>
          <a:lstStyle/>
          <a:p>
            <a:pPr indent="-247174" lvl="0" marL="342900" rtl="0" algn="l">
              <a:lnSpc>
                <a:spcPct val="100000"/>
              </a:lnSpc>
              <a:spcBef>
                <a:spcPts val="400"/>
              </a:spcBef>
              <a:spcAft>
                <a:spcPts val="0"/>
              </a:spcAft>
              <a:buClr>
                <a:schemeClr val="dk1"/>
              </a:buClr>
              <a:buSzPct val="209091"/>
              <a:buChar char="•"/>
            </a:pPr>
            <a:r>
              <a:rPr b="1" lang="fr" sz="1100">
                <a:solidFill>
                  <a:schemeClr val="lt1"/>
                </a:solidFill>
              </a:rPr>
              <a:t>Affrontez. Survivez. Dominez.</a:t>
            </a:r>
            <a:endParaRPr sz="1100">
              <a:solidFill>
                <a:schemeClr val="lt1"/>
              </a:solidFill>
            </a:endParaRPr>
          </a:p>
          <a:p>
            <a:pPr indent="-247174" lvl="0" marL="342900" rtl="0" algn="l">
              <a:lnSpc>
                <a:spcPct val="100000"/>
              </a:lnSpc>
              <a:spcBef>
                <a:spcPts val="400"/>
              </a:spcBef>
              <a:spcAft>
                <a:spcPts val="0"/>
              </a:spcAft>
              <a:buClr>
                <a:schemeClr val="dk1"/>
              </a:buClr>
              <a:buSzPct val="209091"/>
              <a:buChar char="•"/>
            </a:pPr>
            <a:r>
              <a:rPr lang="fr" sz="1100">
                <a:solidFill>
                  <a:schemeClr val="lt1"/>
                </a:solidFill>
              </a:rPr>
              <a:t>Au cœur d’une terre aride et oubliée du monde se cache un sanctuaire inattendu : une immense serre tropicale où la nature a repris ses droits. Cascades cristallines, végétation luxuriante et ruines envahies par les lianes composent un décor aussi magnifique que dangereux.</a:t>
            </a:r>
            <a:endParaRPr/>
          </a:p>
          <a:p>
            <a:pPr indent="-247174" lvl="0" marL="342900" rtl="0" algn="l">
              <a:lnSpc>
                <a:spcPct val="100000"/>
              </a:lnSpc>
              <a:spcBef>
                <a:spcPts val="400"/>
              </a:spcBef>
              <a:spcAft>
                <a:spcPts val="0"/>
              </a:spcAft>
              <a:buClr>
                <a:schemeClr val="dk1"/>
              </a:buClr>
              <a:buSzPct val="209091"/>
              <a:buChar char="•"/>
            </a:pPr>
            <a:r>
              <a:rPr lang="fr" sz="1100">
                <a:solidFill>
                  <a:schemeClr val="lt1"/>
                </a:solidFill>
              </a:rPr>
              <a:t>Mais derrière cette oasis paradisiaque se cache un terrain de combat impitoyable. Dans ce labyrinthe végétal, chaque joueur lutte pour sa propre survie. Utilisez les feuillages pour vous dissimuler, surprenez vos adversaires au détour d’un sentier ou lancez-vous dans des affrontements explosifs au milieu des cascades et des jardins suspendus.</a:t>
            </a:r>
            <a:endParaRPr/>
          </a:p>
          <a:p>
            <a:pPr indent="-247174" lvl="0" marL="342900" rtl="0" algn="l">
              <a:lnSpc>
                <a:spcPct val="100000"/>
              </a:lnSpc>
              <a:spcBef>
                <a:spcPts val="400"/>
              </a:spcBef>
              <a:spcAft>
                <a:spcPts val="0"/>
              </a:spcAft>
              <a:buClr>
                <a:schemeClr val="dk1"/>
              </a:buClr>
              <a:buSzPct val="209091"/>
              <a:buChar char="•"/>
            </a:pPr>
            <a:r>
              <a:rPr lang="fr" sz="1100">
                <a:solidFill>
                  <a:schemeClr val="lt1"/>
                </a:solidFill>
              </a:rPr>
              <a:t>Ici, aucune alliance n'est possible. Chacun joue pour lui-même. Seuls les plus rapides, les plus précis et les plus stratégiques parviendront à dominer cet éden perdu.</a:t>
            </a:r>
            <a:endParaRPr/>
          </a:p>
          <a:p>
            <a:pPr indent="-247174" lvl="0" marL="342900" rtl="0" algn="l">
              <a:lnSpc>
                <a:spcPct val="100000"/>
              </a:lnSpc>
              <a:spcBef>
                <a:spcPts val="400"/>
              </a:spcBef>
              <a:spcAft>
                <a:spcPts val="0"/>
              </a:spcAft>
              <a:buClr>
                <a:schemeClr val="dk1"/>
              </a:buClr>
              <a:buSzPct val="209091"/>
              <a:buChar char="•"/>
            </a:pPr>
            <a:r>
              <a:rPr b="1" lang="fr" sz="1100">
                <a:solidFill>
                  <a:schemeClr val="lt1"/>
                </a:solidFill>
              </a:rPr>
              <a:t>🎮 Mode de jeu : Free For All</a:t>
            </a:r>
            <a:endParaRPr/>
          </a:p>
          <a:p>
            <a:pPr indent="-247174" lvl="0" marL="342900" rtl="0" algn="l">
              <a:lnSpc>
                <a:spcPct val="100000"/>
              </a:lnSpc>
              <a:spcBef>
                <a:spcPts val="400"/>
              </a:spcBef>
              <a:spcAft>
                <a:spcPts val="0"/>
              </a:spcAft>
              <a:buClr>
                <a:schemeClr val="dk1"/>
              </a:buClr>
              <a:buSzPct val="209091"/>
              <a:buChar char="•"/>
            </a:pPr>
            <a:r>
              <a:rPr lang="fr" sz="1100">
                <a:solidFill>
                  <a:schemeClr val="lt1"/>
                </a:solidFill>
              </a:rPr>
              <a:t>Chaque joueur s’affronte individuellement dans une bataille sans merci. Accumulez le plus d’éliminations possible avant la fin du temps imparti pour décrocher la première place.</a:t>
            </a:r>
            <a:endParaRPr/>
          </a:p>
          <a:p>
            <a:pPr indent="-247174" lvl="0" marL="342900" rtl="0" algn="l">
              <a:lnSpc>
                <a:spcPct val="100000"/>
              </a:lnSpc>
              <a:spcBef>
                <a:spcPts val="400"/>
              </a:spcBef>
              <a:spcAft>
                <a:spcPts val="0"/>
              </a:spcAft>
              <a:buClr>
                <a:schemeClr val="dk1"/>
              </a:buClr>
              <a:buSzPct val="209091"/>
              <a:buChar char="•"/>
            </a:pPr>
            <a:r>
              <a:rPr b="1" lang="fr" sz="1100">
                <a:solidFill>
                  <a:schemeClr val="lt1"/>
                </a:solidFill>
              </a:rPr>
              <a:t>👥 Joueurs</a:t>
            </a:r>
            <a:endParaRPr/>
          </a:p>
          <a:p>
            <a:pPr indent="-247174" lvl="0" marL="342900" rtl="0" algn="l">
              <a:lnSpc>
                <a:spcPct val="100000"/>
              </a:lnSpc>
              <a:spcBef>
                <a:spcPts val="400"/>
              </a:spcBef>
              <a:spcAft>
                <a:spcPts val="0"/>
              </a:spcAft>
              <a:buClr>
                <a:schemeClr val="dk1"/>
              </a:buClr>
              <a:buSzPct val="209091"/>
              <a:buChar char="•"/>
            </a:pPr>
            <a:r>
              <a:rPr lang="fr" sz="1100">
                <a:solidFill>
                  <a:schemeClr val="lt1"/>
                </a:solidFill>
              </a:rPr>
              <a:t>2 à 12 joueurs</a:t>
            </a:r>
            <a:endParaRPr/>
          </a:p>
          <a:p>
            <a:pPr indent="-247174" lvl="0" marL="342900" rtl="0" algn="l">
              <a:lnSpc>
                <a:spcPct val="100000"/>
              </a:lnSpc>
              <a:spcBef>
                <a:spcPts val="400"/>
              </a:spcBef>
              <a:spcAft>
                <a:spcPts val="0"/>
              </a:spcAft>
              <a:buClr>
                <a:schemeClr val="dk1"/>
              </a:buClr>
              <a:buSzPct val="209091"/>
              <a:buChar char="•"/>
            </a:pPr>
            <a:r>
              <a:rPr b="1" lang="fr" sz="1100">
                <a:solidFill>
                  <a:schemeClr val="lt1"/>
                </a:solidFill>
              </a:rPr>
              <a:t>⏱️ Durée</a:t>
            </a:r>
            <a:endParaRPr/>
          </a:p>
          <a:p>
            <a:pPr indent="-247174" lvl="0" marL="342900" rtl="0" algn="l">
              <a:lnSpc>
                <a:spcPct val="100000"/>
              </a:lnSpc>
              <a:spcBef>
                <a:spcPts val="400"/>
              </a:spcBef>
              <a:spcAft>
                <a:spcPts val="0"/>
              </a:spcAft>
              <a:buClr>
                <a:schemeClr val="dk1"/>
              </a:buClr>
              <a:buSzPct val="209091"/>
              <a:buChar char="•"/>
            </a:pPr>
            <a:r>
              <a:rPr lang="fr" sz="1100">
                <a:solidFill>
                  <a:schemeClr val="lt1"/>
                </a:solidFill>
              </a:rPr>
              <a:t>30 minutes</a:t>
            </a:r>
            <a:endParaRPr/>
          </a:p>
          <a:p>
            <a:pPr indent="-247174" lvl="0" marL="342900" rtl="0" algn="l">
              <a:lnSpc>
                <a:spcPct val="100000"/>
              </a:lnSpc>
              <a:spcBef>
                <a:spcPts val="400"/>
              </a:spcBef>
              <a:spcAft>
                <a:spcPts val="0"/>
              </a:spcAft>
              <a:buClr>
                <a:schemeClr val="dk1"/>
              </a:buClr>
              <a:buSzPct val="209091"/>
              <a:buChar char="•"/>
            </a:pPr>
            <a:r>
              <a:rPr b="1" lang="fr" sz="1100">
                <a:solidFill>
                  <a:schemeClr val="lt1"/>
                </a:solidFill>
              </a:rPr>
              <a:t>🎯 Objectif</a:t>
            </a:r>
            <a:endParaRPr/>
          </a:p>
          <a:p>
            <a:pPr indent="-247174" lvl="0" marL="342900" rtl="0" algn="l">
              <a:lnSpc>
                <a:spcPct val="100000"/>
              </a:lnSpc>
              <a:spcBef>
                <a:spcPts val="400"/>
              </a:spcBef>
              <a:spcAft>
                <a:spcPts val="0"/>
              </a:spcAft>
              <a:buClr>
                <a:schemeClr val="dk1"/>
              </a:buClr>
              <a:buSzPct val="209091"/>
              <a:buChar char="•"/>
            </a:pPr>
            <a:r>
              <a:rPr lang="fr" sz="1100">
                <a:solidFill>
                  <a:schemeClr val="lt1"/>
                </a:solidFill>
              </a:rPr>
              <a:t>Éliminer un maximum d’adversaires et réaliser le meilleur score.</a:t>
            </a:r>
            <a:endParaRPr/>
          </a:p>
          <a:p>
            <a:pPr indent="-247174" lvl="0" marL="342900" rtl="0" algn="l">
              <a:lnSpc>
                <a:spcPct val="100000"/>
              </a:lnSpc>
              <a:spcBef>
                <a:spcPts val="400"/>
              </a:spcBef>
              <a:spcAft>
                <a:spcPts val="0"/>
              </a:spcAft>
              <a:buClr>
                <a:schemeClr val="dk1"/>
              </a:buClr>
              <a:buSzPct val="209091"/>
              <a:buChar char="•"/>
            </a:pPr>
            <a:r>
              <a:rPr b="1" lang="fr" sz="1100">
                <a:solidFill>
                  <a:schemeClr val="lt1"/>
                </a:solidFill>
              </a:rPr>
              <a:t>🌿 Tagline</a:t>
            </a:r>
            <a:endParaRPr b="1" sz="1100">
              <a:solidFill>
                <a:schemeClr val="lt1"/>
              </a:solidFill>
            </a:endParaRPr>
          </a:p>
          <a:p>
            <a:pPr indent="-247174" lvl="0" marL="342900" rtl="0" algn="l">
              <a:lnSpc>
                <a:spcPct val="100000"/>
              </a:lnSpc>
              <a:spcBef>
                <a:spcPts val="400"/>
              </a:spcBef>
              <a:spcAft>
                <a:spcPts val="0"/>
              </a:spcAft>
              <a:buClr>
                <a:schemeClr val="dk1"/>
              </a:buClr>
              <a:buSzPct val="209091"/>
              <a:buChar char="•"/>
            </a:pPr>
            <a:r>
              <a:rPr b="1" lang="fr" sz="1100">
                <a:solidFill>
                  <a:schemeClr val="lt1"/>
                </a:solidFill>
              </a:rPr>
              <a:t>"Dans ce paradis perdu, chaque rencontre peut être votre dernière."</a:t>
            </a:r>
            <a:endParaRPr sz="1100">
              <a:solidFill>
                <a:schemeClr val="lt1"/>
              </a:solidFill>
            </a:endParaRPr>
          </a:p>
          <a:p>
            <a:pPr indent="-165100" lvl="0" marL="342900" rtl="0" algn="l">
              <a:lnSpc>
                <a:spcPct val="100000"/>
              </a:lnSpc>
              <a:spcBef>
                <a:spcPts val="400"/>
              </a:spcBef>
              <a:spcAft>
                <a:spcPts val="0"/>
              </a:spcAft>
              <a:buClr>
                <a:schemeClr val="dk1"/>
              </a:buClr>
              <a:buSzPct val="209091"/>
              <a:buNone/>
            </a:pPr>
            <a:r>
              <a:t/>
            </a:r>
            <a:endParaRPr sz="1100">
              <a:solidFill>
                <a:schemeClr val="lt1"/>
              </a:solidFill>
            </a:endParaRPr>
          </a:p>
        </p:txBody>
      </p:sp>
      <p:sp>
        <p:nvSpPr>
          <p:cNvPr id="113" name="Google Shape;113;p23"/>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400"/>
              <a:buNone/>
            </a:pPr>
            <a:r>
              <a:rPr lang="fr"/>
              <a:t>VOLCANIC WARFARE</a:t>
            </a:r>
            <a:endParaRPr/>
          </a:p>
        </p:txBody>
      </p:sp>
      <p:sp>
        <p:nvSpPr>
          <p:cNvPr id="119" name="Google Shape;119;p24"/>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rmAutofit fontScale="62500" lnSpcReduction="20000"/>
          </a:bodyPr>
          <a:lstStyle/>
          <a:p>
            <a:pPr indent="-248444" lvl="0" marL="342900" rtl="0" algn="l">
              <a:lnSpc>
                <a:spcPct val="100000"/>
              </a:lnSpc>
              <a:spcBef>
                <a:spcPts val="400"/>
              </a:spcBef>
              <a:spcAft>
                <a:spcPts val="0"/>
              </a:spcAft>
              <a:buClr>
                <a:schemeClr val="dk1"/>
              </a:buClr>
              <a:buSzPct val="233333"/>
              <a:buChar char="•"/>
            </a:pPr>
            <a:r>
              <a:rPr b="1" lang="fr" sz="900">
                <a:solidFill>
                  <a:schemeClr val="lt1"/>
                </a:solidFill>
              </a:rPr>
              <a:t>Capturez la position. Contrôlez le combat. Menez votre équipe à la victoire.</a:t>
            </a:r>
            <a:endParaRPr sz="900">
              <a:solidFill>
                <a:schemeClr val="lt1"/>
              </a:solidFill>
            </a:endParaRPr>
          </a:p>
          <a:p>
            <a:pPr indent="-248444" lvl="0" marL="342900" rtl="0" algn="l">
              <a:lnSpc>
                <a:spcPct val="100000"/>
              </a:lnSpc>
              <a:spcBef>
                <a:spcPts val="400"/>
              </a:spcBef>
              <a:spcAft>
                <a:spcPts val="0"/>
              </a:spcAft>
              <a:buClr>
                <a:schemeClr val="dk1"/>
              </a:buClr>
              <a:buSzPct val="233333"/>
              <a:buChar char="•"/>
            </a:pPr>
            <a:r>
              <a:rPr lang="fr" sz="900">
                <a:solidFill>
                  <a:schemeClr val="lt1"/>
                </a:solidFill>
              </a:rPr>
              <a:t>Au milieu d’un archipel oublié, une île volcanique est entrée en éruption. La lave dévale les flancs de la montagne, transformant ce paradis tropical en un champ de bataille brûlant où chaque décision peut faire basculer l’issue du combat.</a:t>
            </a:r>
            <a:endParaRPr/>
          </a:p>
          <a:p>
            <a:pPr indent="-248444" lvl="0" marL="342900" rtl="0" algn="l">
              <a:lnSpc>
                <a:spcPct val="100000"/>
              </a:lnSpc>
              <a:spcBef>
                <a:spcPts val="400"/>
              </a:spcBef>
              <a:spcAft>
                <a:spcPts val="0"/>
              </a:spcAft>
              <a:buClr>
                <a:schemeClr val="dk1"/>
              </a:buClr>
              <a:buSzPct val="233333"/>
              <a:buChar char="•"/>
            </a:pPr>
            <a:r>
              <a:rPr lang="fr" sz="900">
                <a:solidFill>
                  <a:schemeClr val="lt1"/>
                </a:solidFill>
              </a:rPr>
              <a:t>Entre rivières de magma, falaises escarpées et végétation calcinée, deux équipes s’affrontent pour prendre le contrôle du terrain. Au centre de l’île se dresse une immense plateforme élévatrice à poulie, offrant une vue imprenable sur toute la zone. Véritable point stratégique, elle permet d’anticiper les mouvements ennemis et de dominer le champ de bataille.</a:t>
            </a:r>
            <a:endParaRPr/>
          </a:p>
          <a:p>
            <a:pPr indent="-248444" lvl="0" marL="342900" rtl="0" algn="l">
              <a:lnSpc>
                <a:spcPct val="100000"/>
              </a:lnSpc>
              <a:spcBef>
                <a:spcPts val="400"/>
              </a:spcBef>
              <a:spcAft>
                <a:spcPts val="0"/>
              </a:spcAft>
              <a:buClr>
                <a:schemeClr val="dk1"/>
              </a:buClr>
              <a:buSzPct val="233333"/>
              <a:buChar char="•"/>
            </a:pPr>
            <a:r>
              <a:rPr lang="fr" sz="900">
                <a:solidFill>
                  <a:schemeClr val="lt1"/>
                </a:solidFill>
              </a:rPr>
              <a:t>La coopération est essentielle. Coordonnez vos attaques, couvrez vos équipiers et exploitez chaque avantage tactique pour prendre l’ascendant sur l’équipe adverse. Dans cet environnement extrême, seuls les groupes les plus organisés survivront à la chaleur de l’affrontement.</a:t>
            </a:r>
            <a:endParaRPr/>
          </a:p>
          <a:p>
            <a:pPr indent="-248444" lvl="0" marL="342900" rtl="0" algn="l">
              <a:lnSpc>
                <a:spcPct val="100000"/>
              </a:lnSpc>
              <a:spcBef>
                <a:spcPts val="400"/>
              </a:spcBef>
              <a:spcAft>
                <a:spcPts val="0"/>
              </a:spcAft>
              <a:buClr>
                <a:schemeClr val="dk1"/>
              </a:buClr>
              <a:buSzPct val="262500"/>
              <a:buChar char="•"/>
            </a:pPr>
            <a:r>
              <a:rPr b="1" lang="fr" sz="800">
                <a:solidFill>
                  <a:schemeClr val="lt1"/>
                </a:solidFill>
              </a:rPr>
              <a:t>🎮 Mode de jeu : Team Deathmatch</a:t>
            </a:r>
            <a:endParaRPr b="1" sz="800">
              <a:solidFill>
                <a:schemeClr val="lt1"/>
              </a:solidFill>
            </a:endParaRPr>
          </a:p>
          <a:p>
            <a:pPr indent="-248444" lvl="0" marL="342900" rtl="0" algn="l">
              <a:lnSpc>
                <a:spcPct val="100000"/>
              </a:lnSpc>
              <a:spcBef>
                <a:spcPts val="400"/>
              </a:spcBef>
              <a:spcAft>
                <a:spcPts val="0"/>
              </a:spcAft>
              <a:buClr>
                <a:schemeClr val="dk1"/>
              </a:buClr>
              <a:buSzPct val="262500"/>
              <a:buChar char="•"/>
            </a:pPr>
            <a:r>
              <a:rPr lang="fr" sz="800">
                <a:solidFill>
                  <a:schemeClr val="lt1"/>
                </a:solidFill>
              </a:rPr>
              <a:t>Deux équipes s’affrontent dans une bataille intense où chaque élimination compte. Travaillez ensemble pour accumuler le plus de points possible avant la fin du temps imparti.</a:t>
            </a:r>
            <a:endParaRPr/>
          </a:p>
          <a:p>
            <a:pPr indent="-248444" lvl="0" marL="342900" rtl="0" algn="l">
              <a:lnSpc>
                <a:spcPct val="100000"/>
              </a:lnSpc>
              <a:spcBef>
                <a:spcPts val="400"/>
              </a:spcBef>
              <a:spcAft>
                <a:spcPts val="0"/>
              </a:spcAft>
              <a:buClr>
                <a:schemeClr val="dk1"/>
              </a:buClr>
              <a:buSzPct val="262500"/>
              <a:buChar char="•"/>
            </a:pPr>
            <a:r>
              <a:rPr b="1" lang="fr" sz="800">
                <a:solidFill>
                  <a:schemeClr val="lt1"/>
                </a:solidFill>
              </a:rPr>
              <a:t>👥 Joueurs</a:t>
            </a:r>
            <a:endParaRPr/>
          </a:p>
          <a:p>
            <a:pPr indent="-248444" lvl="0" marL="342900" rtl="0" algn="l">
              <a:lnSpc>
                <a:spcPct val="100000"/>
              </a:lnSpc>
              <a:spcBef>
                <a:spcPts val="400"/>
              </a:spcBef>
              <a:spcAft>
                <a:spcPts val="0"/>
              </a:spcAft>
              <a:buClr>
                <a:schemeClr val="dk1"/>
              </a:buClr>
              <a:buSzPct val="262500"/>
              <a:buChar char="•"/>
            </a:pPr>
            <a:r>
              <a:rPr lang="fr" sz="800">
                <a:solidFill>
                  <a:schemeClr val="lt1"/>
                </a:solidFill>
              </a:rPr>
              <a:t>4 à 8 joueurs</a:t>
            </a:r>
            <a:endParaRPr/>
          </a:p>
          <a:p>
            <a:pPr indent="-248444" lvl="0" marL="342900" rtl="0" algn="l">
              <a:lnSpc>
                <a:spcPct val="100000"/>
              </a:lnSpc>
              <a:spcBef>
                <a:spcPts val="400"/>
              </a:spcBef>
              <a:spcAft>
                <a:spcPts val="0"/>
              </a:spcAft>
              <a:buClr>
                <a:schemeClr val="dk1"/>
              </a:buClr>
              <a:buSzPct val="262500"/>
              <a:buChar char="•"/>
            </a:pPr>
            <a:r>
              <a:rPr b="1" lang="fr" sz="800">
                <a:solidFill>
                  <a:schemeClr val="lt1"/>
                </a:solidFill>
              </a:rPr>
              <a:t>⏱️ Durée</a:t>
            </a:r>
            <a:endParaRPr/>
          </a:p>
          <a:p>
            <a:pPr indent="-248444" lvl="0" marL="342900" rtl="0" algn="l">
              <a:lnSpc>
                <a:spcPct val="100000"/>
              </a:lnSpc>
              <a:spcBef>
                <a:spcPts val="400"/>
              </a:spcBef>
              <a:spcAft>
                <a:spcPts val="0"/>
              </a:spcAft>
              <a:buClr>
                <a:schemeClr val="dk1"/>
              </a:buClr>
              <a:buSzPct val="262500"/>
              <a:buChar char="•"/>
            </a:pPr>
            <a:r>
              <a:rPr lang="fr" sz="800">
                <a:solidFill>
                  <a:schemeClr val="lt1"/>
                </a:solidFill>
              </a:rPr>
              <a:t>30 minutes</a:t>
            </a:r>
            <a:endParaRPr/>
          </a:p>
          <a:p>
            <a:pPr indent="-248444" lvl="0" marL="342900" rtl="0" algn="l">
              <a:lnSpc>
                <a:spcPct val="100000"/>
              </a:lnSpc>
              <a:spcBef>
                <a:spcPts val="400"/>
              </a:spcBef>
              <a:spcAft>
                <a:spcPts val="0"/>
              </a:spcAft>
              <a:buClr>
                <a:schemeClr val="dk1"/>
              </a:buClr>
              <a:buSzPct val="262500"/>
              <a:buChar char="•"/>
            </a:pPr>
            <a:r>
              <a:rPr b="1" lang="fr" sz="800">
                <a:solidFill>
                  <a:schemeClr val="lt1"/>
                </a:solidFill>
              </a:rPr>
              <a:t>🎯 Objectif</a:t>
            </a:r>
            <a:endParaRPr/>
          </a:p>
          <a:p>
            <a:pPr indent="-248444" lvl="0" marL="342900" rtl="0" algn="l">
              <a:lnSpc>
                <a:spcPct val="100000"/>
              </a:lnSpc>
              <a:spcBef>
                <a:spcPts val="400"/>
              </a:spcBef>
              <a:spcAft>
                <a:spcPts val="0"/>
              </a:spcAft>
              <a:buClr>
                <a:schemeClr val="dk1"/>
              </a:buClr>
              <a:buSzPct val="262500"/>
              <a:buChar char="•"/>
            </a:pPr>
            <a:r>
              <a:rPr lang="fr" sz="800">
                <a:solidFill>
                  <a:schemeClr val="lt1"/>
                </a:solidFill>
              </a:rPr>
              <a:t>Éliminer un maximum d’adversaires et permettre à votre équipe d’atteindre le score le plus élevé.</a:t>
            </a:r>
            <a:endParaRPr/>
          </a:p>
          <a:p>
            <a:pPr indent="-248444" lvl="0" marL="342900" rtl="0" algn="l">
              <a:lnSpc>
                <a:spcPct val="100000"/>
              </a:lnSpc>
              <a:spcBef>
                <a:spcPts val="400"/>
              </a:spcBef>
              <a:spcAft>
                <a:spcPts val="0"/>
              </a:spcAft>
              <a:buClr>
                <a:schemeClr val="dk1"/>
              </a:buClr>
              <a:buSzPct val="262500"/>
              <a:buChar char="•"/>
            </a:pPr>
            <a:r>
              <a:rPr b="1" lang="fr" sz="800">
                <a:solidFill>
                  <a:schemeClr val="lt1"/>
                </a:solidFill>
              </a:rPr>
              <a:t>Une île volcanique. Une position stratégique à conquérir. Deux équipes. Une seule victoire. Coordonnez vos attaques, contrôlez l’ascenseur central et dominez le champ de bataille avant que la lave ne vous engloutisse.</a:t>
            </a:r>
            <a:r>
              <a:rPr lang="fr" sz="800">
                <a:solidFill>
                  <a:schemeClr val="lt1"/>
                </a:solidFill>
              </a:rPr>
              <a:t> </a:t>
            </a:r>
            <a:endParaRPr/>
          </a:p>
          <a:p>
            <a:pPr indent="-165100" lvl="0" marL="342900" rtl="0" algn="l">
              <a:lnSpc>
                <a:spcPct val="100000"/>
              </a:lnSpc>
              <a:spcBef>
                <a:spcPts val="400"/>
              </a:spcBef>
              <a:spcAft>
                <a:spcPts val="0"/>
              </a:spcAft>
              <a:buClr>
                <a:schemeClr val="dk1"/>
              </a:buClr>
              <a:buSzPct val="262500"/>
              <a:buNone/>
            </a:pPr>
            <a:r>
              <a:t/>
            </a:r>
            <a:endParaRPr sz="800">
              <a:solidFill>
                <a:schemeClr val="lt1"/>
              </a:solidFill>
            </a:endParaRPr>
          </a:p>
        </p:txBody>
      </p:sp>
      <p:sp>
        <p:nvSpPr>
          <p:cNvPr id="120" name="Google Shape;120;p24"/>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400"/>
              <a:buNone/>
            </a:pPr>
            <a:r>
              <a:rPr lang="fr"/>
              <a:t>SNOW VILLAGE</a:t>
            </a:r>
            <a:endParaRPr/>
          </a:p>
        </p:txBody>
      </p:sp>
      <p:sp>
        <p:nvSpPr>
          <p:cNvPr id="126" name="Google Shape;126;p25"/>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Autofit/>
          </a:bodyPr>
          <a:lstStyle/>
          <a:p>
            <a:pPr indent="-247650" lvl="0" marL="342900" rtl="0" algn="l">
              <a:lnSpc>
                <a:spcPct val="100000"/>
              </a:lnSpc>
              <a:spcBef>
                <a:spcPts val="0"/>
              </a:spcBef>
              <a:spcAft>
                <a:spcPts val="0"/>
              </a:spcAft>
              <a:buClr>
                <a:schemeClr val="dk1"/>
              </a:buClr>
              <a:buSzPts val="1300"/>
              <a:buChar char="•"/>
            </a:pPr>
            <a:r>
              <a:rPr b="1" lang="fr" sz="600">
                <a:solidFill>
                  <a:schemeClr val="lt1"/>
                </a:solidFill>
              </a:rPr>
              <a:t>Sauvez le village du Père Noël avant qu'il ne soit trop tard !</a:t>
            </a:r>
            <a:endParaRPr sz="600">
              <a:solidFill>
                <a:schemeClr val="lt1"/>
              </a:solidFill>
            </a:endParaRPr>
          </a:p>
          <a:p>
            <a:pPr indent="-247650" lvl="0" marL="342900" rtl="0" algn="l">
              <a:lnSpc>
                <a:spcPct val="100000"/>
              </a:lnSpc>
              <a:spcBef>
                <a:spcPts val="0"/>
              </a:spcBef>
              <a:spcAft>
                <a:spcPts val="0"/>
              </a:spcAft>
              <a:buClr>
                <a:schemeClr val="dk1"/>
              </a:buClr>
              <a:buSzPts val="1300"/>
              <a:buChar char="•"/>
            </a:pPr>
            <a:r>
              <a:rPr lang="fr" sz="600">
                <a:solidFill>
                  <a:schemeClr val="lt1"/>
                </a:solidFill>
              </a:rPr>
              <a:t>Au cœur des montagnes enneigées se cache Snow Village, le célèbre village du Père Noël, où lutins, rennes et habitants vivent en harmonie. Mais cette année, les festivités sont menacées.</a:t>
            </a:r>
            <a:endParaRPr sz="1200"/>
          </a:p>
          <a:p>
            <a:pPr indent="-247650" lvl="0" marL="342900" rtl="0" algn="l">
              <a:lnSpc>
                <a:spcPct val="100000"/>
              </a:lnSpc>
              <a:spcBef>
                <a:spcPts val="0"/>
              </a:spcBef>
              <a:spcAft>
                <a:spcPts val="0"/>
              </a:spcAft>
              <a:buClr>
                <a:schemeClr val="dk1"/>
              </a:buClr>
              <a:buSzPts val="1300"/>
              <a:buChar char="•"/>
            </a:pPr>
            <a:r>
              <a:rPr lang="fr" sz="600">
                <a:solidFill>
                  <a:schemeClr val="lt1"/>
                </a:solidFill>
              </a:rPr>
              <a:t>Un puissant sorcier maléfique a lancé une attaque contre le village. Des créatures de glace, des golems enchantés et des monstres venus des terres gelées envahissent les rues enneigées, détruisant tout sur leur passage. Les habitants sont en danger et la magie de Noël risque de disparaître à jamais.</a:t>
            </a:r>
            <a:endParaRPr sz="1200"/>
          </a:p>
          <a:p>
            <a:pPr indent="-247650" lvl="0" marL="342900" rtl="0" algn="l">
              <a:lnSpc>
                <a:spcPct val="100000"/>
              </a:lnSpc>
              <a:spcBef>
                <a:spcPts val="0"/>
              </a:spcBef>
              <a:spcAft>
                <a:spcPts val="0"/>
              </a:spcAft>
              <a:buClr>
                <a:schemeClr val="dk1"/>
              </a:buClr>
              <a:buSzPts val="1300"/>
              <a:buChar char="•"/>
            </a:pPr>
            <a:r>
              <a:rPr lang="fr" sz="600">
                <a:solidFill>
                  <a:schemeClr val="lt1"/>
                </a:solidFill>
              </a:rPr>
              <a:t>En équipe, les joueurs devront parcourir le village, défendre les maisons, protéger les lutins et repousser les vagues d'ennemis toujours plus puissantes. Au fil de leur progression, ils affronteront les terribles créatures du sorcier avant de se mesurer à ses plus redoutables champions.</a:t>
            </a:r>
            <a:endParaRPr sz="1200"/>
          </a:p>
          <a:p>
            <a:pPr indent="-247650" lvl="0" marL="342900" rtl="0" algn="l">
              <a:lnSpc>
                <a:spcPct val="100000"/>
              </a:lnSpc>
              <a:spcBef>
                <a:spcPts val="0"/>
              </a:spcBef>
              <a:spcAft>
                <a:spcPts val="0"/>
              </a:spcAft>
              <a:buClr>
                <a:schemeClr val="dk1"/>
              </a:buClr>
              <a:buSzPts val="1300"/>
              <a:buChar char="•"/>
            </a:pPr>
            <a:r>
              <a:rPr lang="fr" sz="600">
                <a:solidFill>
                  <a:schemeClr val="lt1"/>
                </a:solidFill>
              </a:rPr>
              <a:t>Le destin du village repose désormais entre leurs mains.</a:t>
            </a:r>
            <a:endParaRPr sz="1200"/>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 Type de jeu : Family Adventure</a:t>
            </a:r>
            <a:endParaRPr sz="1200"/>
          </a:p>
          <a:p>
            <a:pPr indent="-247650" lvl="0" marL="342900" rtl="0" algn="l">
              <a:lnSpc>
                <a:spcPct val="100000"/>
              </a:lnSpc>
              <a:spcBef>
                <a:spcPts val="0"/>
              </a:spcBef>
              <a:spcAft>
                <a:spcPts val="0"/>
              </a:spcAft>
              <a:buClr>
                <a:schemeClr val="dk1"/>
              </a:buClr>
              <a:buSzPts val="1300"/>
              <a:buChar char="•"/>
            </a:pPr>
            <a:r>
              <a:rPr lang="fr" sz="600">
                <a:solidFill>
                  <a:schemeClr val="lt1"/>
                </a:solidFill>
              </a:rPr>
              <a:t>Une aventure coopérative accessible à toute la famille où les joueurs unissent leurs forces pour protéger le village et repousser les envahisseurs.</a:t>
            </a:r>
            <a:endParaRPr sz="1200"/>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 Joueurs</a:t>
            </a:r>
            <a:endParaRPr sz="1200"/>
          </a:p>
          <a:p>
            <a:pPr indent="-247650" lvl="0" marL="342900" rtl="0" algn="l">
              <a:lnSpc>
                <a:spcPct val="100000"/>
              </a:lnSpc>
              <a:spcBef>
                <a:spcPts val="0"/>
              </a:spcBef>
              <a:spcAft>
                <a:spcPts val="0"/>
              </a:spcAft>
              <a:buClr>
                <a:schemeClr val="dk1"/>
              </a:buClr>
              <a:buSzPts val="1300"/>
              <a:buChar char="•"/>
            </a:pPr>
            <a:r>
              <a:rPr lang="fr" sz="600">
                <a:solidFill>
                  <a:schemeClr val="lt1"/>
                </a:solidFill>
              </a:rPr>
              <a:t>2 à 12 joueurs</a:t>
            </a:r>
            <a:endParaRPr sz="1200"/>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 Durée</a:t>
            </a:r>
            <a:endParaRPr sz="1200"/>
          </a:p>
          <a:p>
            <a:pPr indent="-247650" lvl="0" marL="342900" rtl="0" algn="l">
              <a:lnSpc>
                <a:spcPct val="100000"/>
              </a:lnSpc>
              <a:spcBef>
                <a:spcPts val="0"/>
              </a:spcBef>
              <a:spcAft>
                <a:spcPts val="0"/>
              </a:spcAft>
              <a:buClr>
                <a:schemeClr val="dk1"/>
              </a:buClr>
              <a:buSzPts val="1300"/>
              <a:buChar char="•"/>
            </a:pPr>
            <a:r>
              <a:rPr lang="fr" sz="600">
                <a:solidFill>
                  <a:schemeClr val="lt1"/>
                </a:solidFill>
              </a:rPr>
              <a:t>15 minutes</a:t>
            </a:r>
            <a:endParaRPr sz="1200"/>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 Mission</a:t>
            </a:r>
            <a:endParaRPr sz="1200"/>
          </a:p>
          <a:p>
            <a:pPr indent="-247650" lvl="0" marL="342900" rtl="0" algn="l">
              <a:lnSpc>
                <a:spcPct val="100000"/>
              </a:lnSpc>
              <a:spcBef>
                <a:spcPts val="0"/>
              </a:spcBef>
              <a:spcAft>
                <a:spcPts val="0"/>
              </a:spcAft>
              <a:buClr>
                <a:schemeClr val="dk1"/>
              </a:buClr>
              <a:buSzPts val="1300"/>
              <a:buChar char="•"/>
            </a:pPr>
            <a:r>
              <a:rPr lang="fr" sz="600">
                <a:solidFill>
                  <a:schemeClr val="lt1"/>
                </a:solidFill>
              </a:rPr>
              <a:t>Défendre le village du Père Noël, sauver les habitants et vaincre les armées du sorcier maléfique.</a:t>
            </a:r>
            <a:endParaRPr sz="1200"/>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 Tagline</a:t>
            </a:r>
            <a:endParaRPr b="1" sz="600">
              <a:solidFill>
                <a:schemeClr val="lt1"/>
              </a:solidFill>
            </a:endParaRPr>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"La magie de Noël est en danger. Devenez les héros de Snow Village."</a:t>
            </a:r>
            <a:endParaRPr sz="600">
              <a:solidFill>
                <a:schemeClr val="lt1"/>
              </a:solidFill>
            </a:endParaRPr>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Version courte pour affiche</a:t>
            </a:r>
            <a:endParaRPr sz="1200"/>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Le village du Père Noël est attaqué ! Affrontez des monstres de glace, protégez les lutins et repoussez les forces du sorcier maléfique dans cette aventure familiale pleine d'action et de magie.</a:t>
            </a:r>
            <a:endParaRPr sz="600">
              <a:solidFill>
                <a:schemeClr val="lt1"/>
              </a:solidFill>
            </a:endParaRPr>
          </a:p>
          <a:p>
            <a:pPr indent="-247650" lvl="0" marL="342900" rtl="0" algn="l">
              <a:lnSpc>
                <a:spcPct val="100000"/>
              </a:lnSpc>
              <a:spcBef>
                <a:spcPts val="0"/>
              </a:spcBef>
              <a:spcAft>
                <a:spcPts val="0"/>
              </a:spcAft>
              <a:buClr>
                <a:schemeClr val="dk1"/>
              </a:buClr>
              <a:buSzPts val="1300"/>
              <a:buChar char="•"/>
            </a:pPr>
            <a:r>
              <a:rPr b="1" lang="fr" sz="600">
                <a:solidFill>
                  <a:schemeClr val="lt1"/>
                </a:solidFill>
              </a:rPr>
              <a:t>❄️ Défendez le village. Sauvez les lutins. Protégez la magie de Noël. 🎅✨</a:t>
            </a:r>
            <a:endParaRPr sz="600">
              <a:solidFill>
                <a:schemeClr val="lt1"/>
              </a:solidFill>
            </a:endParaRPr>
          </a:p>
          <a:p>
            <a:pPr indent="-165100" lvl="0" marL="342900" rtl="0" algn="l">
              <a:lnSpc>
                <a:spcPct val="90000"/>
              </a:lnSpc>
              <a:spcBef>
                <a:spcPts val="400"/>
              </a:spcBef>
              <a:spcAft>
                <a:spcPts val="0"/>
              </a:spcAft>
              <a:buClr>
                <a:schemeClr val="dk1"/>
              </a:buClr>
              <a:buSzPts val="1100"/>
              <a:buNone/>
            </a:pPr>
            <a:r>
              <a:t/>
            </a:r>
            <a:endParaRPr sz="400">
              <a:solidFill>
                <a:schemeClr val="lt1"/>
              </a:solidFill>
            </a:endParaRPr>
          </a:p>
        </p:txBody>
      </p:sp>
      <p:sp>
        <p:nvSpPr>
          <p:cNvPr id="127" name="Google Shape;127;p25"/>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42900" y="205978"/>
            <a:ext cx="8387325"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1400"/>
              <a:buNone/>
            </a:pPr>
            <a:r>
              <a:rPr lang="fr"/>
              <a:t>ICARUS STATION</a:t>
            </a:r>
            <a:endParaRPr/>
          </a:p>
        </p:txBody>
      </p:sp>
      <p:sp>
        <p:nvSpPr>
          <p:cNvPr id="133" name="Google Shape;133;p26"/>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400"/>
              </a:spcBef>
              <a:spcAft>
                <a:spcPts val="0"/>
              </a:spcAft>
              <a:buSzPts val="300"/>
              <a:buNone/>
            </a:pPr>
            <a:r>
              <a:rPr lang="fr" sz="1100">
                <a:solidFill>
                  <a:schemeClr val="lt1"/>
                </a:solidFill>
              </a:rPr>
              <a:t>Échappez-vous avant que la station ne sombre dans le vide spatial.</a:t>
            </a:r>
            <a:endParaRPr sz="1100">
              <a:solidFill>
                <a:schemeClr val="lt1"/>
              </a:solidFil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Une catastrophe sans précédent frappe la station spatiale </a:t>
            </a:r>
            <a:r>
              <a:rPr b="1" lang="fr" sz="600">
                <a:solidFill>
                  <a:schemeClr val="lt1"/>
                </a:solidFill>
                <a:latin typeface="Arial"/>
                <a:ea typeface="Arial"/>
                <a:cs typeface="Arial"/>
                <a:sym typeface="Arial"/>
              </a:rPr>
              <a:t>Icarus-7</a:t>
            </a:r>
            <a:r>
              <a:rPr lang="fr" sz="600">
                <a:solidFill>
                  <a:schemeClr val="lt1"/>
                </a:solidFill>
                <a:latin typeface="Arial"/>
                <a:ea typeface="Arial"/>
                <a:cs typeface="Arial"/>
                <a:sym typeface="Arial"/>
              </a:rPr>
              <a:t>.</a:t>
            </a:r>
            <a:endParaRPr sz="6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Alors qu'elle poursuit sa mission aux confins de l'espace, un mystérieux virus informatique prend le contrôle des systèmes critiques de la station. En quelques minutes, les communications sont coupées, les protocoles de sécurité désactivés et la commandante de bord neutralisée.</a:t>
            </a:r>
            <a:endParaRPr sz="6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Vous faites partie des derniers survivants.</a:t>
            </a:r>
            <a:endParaRPr sz="6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Privée de contrôle, la station se désagrège peu à peu. Les sas se verrouillent, les systèmes vitaux tombent en panne et des secteurs entiers sont désormais inaccessibles. Dans le silence glacé de l'espace, chaque erreur peut être fatale.</a:t>
            </a:r>
            <a:endParaRPr sz="6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Votre mission est simple : traverser les différentes zones endommagées, réactiver les systèmes essentiels, résoudre les pannes provoquées par l'attaque et atteindre la plateforme mobile d'extraction avant qu'il ne soit trop tard.</a:t>
            </a:r>
            <a:endParaRPr sz="6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Mais vous n'êtes pas seuls.</a:t>
            </a:r>
            <a:endParaRPr sz="6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Une présence inconnue semble évoluer dans les couloirs de la station, tandis que le compte à rebours vers la destruction approche inexorablement de son terme.</a:t>
            </a:r>
            <a:endParaRPr sz="6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Le temps presse. L'ennemi se rapproche. L'espace ne pardonne aucune erreur.</a:t>
            </a:r>
            <a:endParaRPr sz="600">
              <a:solidFill>
                <a:schemeClr val="lt1"/>
              </a:solidFill>
              <a:latin typeface="Arial"/>
              <a:ea typeface="Arial"/>
              <a:cs typeface="Arial"/>
              <a:sym typeface="Arial"/>
            </a:endParaRPr>
          </a:p>
          <a:p>
            <a:pPr indent="0" lvl="0" marL="0" rtl="0" algn="l">
              <a:lnSpc>
                <a:spcPct val="105000"/>
              </a:lnSpc>
              <a:spcBef>
                <a:spcPts val="1100"/>
              </a:spcBef>
              <a:spcAft>
                <a:spcPts val="0"/>
              </a:spcAft>
              <a:buClr>
                <a:schemeClr val="dk1"/>
              </a:buClr>
              <a:buSzPts val="300"/>
              <a:buFont typeface="Arial"/>
              <a:buNone/>
            </a:pPr>
            <a:r>
              <a:rPr b="1" lang="fr" sz="700">
                <a:solidFill>
                  <a:schemeClr val="lt1"/>
                </a:solidFill>
                <a:latin typeface="Arial"/>
                <a:ea typeface="Arial"/>
                <a:cs typeface="Arial"/>
                <a:sym typeface="Arial"/>
              </a:rPr>
              <a:t>🎮 Type d'expérience : </a:t>
            </a:r>
            <a:r>
              <a:rPr lang="fr" sz="600">
                <a:solidFill>
                  <a:schemeClr val="lt1"/>
                </a:solidFill>
                <a:latin typeface="Arial"/>
                <a:ea typeface="Arial"/>
                <a:cs typeface="Arial"/>
                <a:sym typeface="Arial"/>
              </a:rPr>
              <a:t>Escape Game Coopératif Science-Fiction</a:t>
            </a:r>
            <a:endParaRPr sz="600">
              <a:solidFill>
                <a:schemeClr val="lt1"/>
              </a:solidFill>
              <a:latin typeface="Arial"/>
              <a:ea typeface="Arial"/>
              <a:cs typeface="Arial"/>
              <a:sym typeface="Arial"/>
            </a:endParaRPr>
          </a:p>
          <a:p>
            <a:pPr indent="0" lvl="0" marL="0" rtl="0" algn="l">
              <a:lnSpc>
                <a:spcPct val="105000"/>
              </a:lnSpc>
              <a:spcBef>
                <a:spcPts val="1100"/>
              </a:spcBef>
              <a:spcAft>
                <a:spcPts val="0"/>
              </a:spcAft>
              <a:buClr>
                <a:schemeClr val="dk1"/>
              </a:buClr>
              <a:buSzPts val="300"/>
              <a:buFont typeface="Arial"/>
              <a:buNone/>
            </a:pPr>
            <a:r>
              <a:rPr b="1" lang="fr" sz="700">
                <a:solidFill>
                  <a:schemeClr val="lt1"/>
                </a:solidFill>
                <a:latin typeface="Arial"/>
                <a:ea typeface="Arial"/>
                <a:cs typeface="Arial"/>
                <a:sym typeface="Arial"/>
              </a:rPr>
              <a:t>👥 Joueurs </a:t>
            </a:r>
            <a:r>
              <a:rPr lang="fr" sz="600">
                <a:solidFill>
                  <a:schemeClr val="lt1"/>
                </a:solidFill>
                <a:latin typeface="Arial"/>
                <a:ea typeface="Arial"/>
                <a:cs typeface="Arial"/>
                <a:sym typeface="Arial"/>
              </a:rPr>
              <a:t>2 à 12 joueurs</a:t>
            </a:r>
            <a:endParaRPr sz="600">
              <a:solidFill>
                <a:schemeClr val="lt1"/>
              </a:solidFill>
              <a:latin typeface="Arial"/>
              <a:ea typeface="Arial"/>
              <a:cs typeface="Arial"/>
              <a:sym typeface="Arial"/>
            </a:endParaRPr>
          </a:p>
          <a:p>
            <a:pPr indent="0" lvl="0" marL="0" rtl="0" algn="l">
              <a:lnSpc>
                <a:spcPct val="105000"/>
              </a:lnSpc>
              <a:spcBef>
                <a:spcPts val="1100"/>
              </a:spcBef>
              <a:spcAft>
                <a:spcPts val="0"/>
              </a:spcAft>
              <a:buClr>
                <a:schemeClr val="dk1"/>
              </a:buClr>
              <a:buSzPts val="300"/>
              <a:buFont typeface="Arial"/>
              <a:buNone/>
            </a:pPr>
            <a:r>
              <a:rPr b="1" lang="fr" sz="700">
                <a:solidFill>
                  <a:schemeClr val="lt1"/>
                </a:solidFill>
                <a:latin typeface="Arial"/>
                <a:ea typeface="Arial"/>
                <a:cs typeface="Arial"/>
                <a:sym typeface="Arial"/>
              </a:rPr>
              <a:t>⏱️ Durée </a:t>
            </a:r>
            <a:r>
              <a:rPr lang="fr" sz="600">
                <a:solidFill>
                  <a:schemeClr val="lt1"/>
                </a:solidFill>
                <a:latin typeface="Arial"/>
                <a:ea typeface="Arial"/>
                <a:cs typeface="Arial"/>
                <a:sym typeface="Arial"/>
              </a:rPr>
              <a:t>30 minutes</a:t>
            </a:r>
            <a:endParaRPr sz="600">
              <a:solidFill>
                <a:schemeClr val="lt1"/>
              </a:solidFill>
              <a:latin typeface="Arial"/>
              <a:ea typeface="Arial"/>
              <a:cs typeface="Arial"/>
              <a:sym typeface="Arial"/>
            </a:endParaRPr>
          </a:p>
          <a:p>
            <a:pPr indent="0" lvl="0" marL="0" rtl="0" algn="l">
              <a:lnSpc>
                <a:spcPct val="105000"/>
              </a:lnSpc>
              <a:spcBef>
                <a:spcPts val="1100"/>
              </a:spcBef>
              <a:spcAft>
                <a:spcPts val="0"/>
              </a:spcAft>
              <a:buClr>
                <a:schemeClr val="dk1"/>
              </a:buClr>
              <a:buSzPts val="300"/>
              <a:buFont typeface="Arial"/>
              <a:buNone/>
            </a:pPr>
            <a:r>
              <a:rPr b="1" lang="fr" sz="700">
                <a:solidFill>
                  <a:schemeClr val="lt1"/>
                </a:solidFill>
                <a:latin typeface="Arial"/>
                <a:ea typeface="Arial"/>
                <a:cs typeface="Arial"/>
                <a:sym typeface="Arial"/>
              </a:rPr>
              <a:t>🎯 Mission</a:t>
            </a:r>
            <a:endParaRPr b="1" sz="700">
              <a:solidFill>
                <a:schemeClr val="lt1"/>
              </a:solidFill>
              <a:latin typeface="Arial"/>
              <a:ea typeface="Arial"/>
              <a:cs typeface="Arial"/>
              <a:sym typeface="Arial"/>
            </a:endParaRPr>
          </a:p>
          <a:p>
            <a:pPr indent="0" lvl="0" marL="0" rtl="0" algn="l">
              <a:lnSpc>
                <a:spcPct val="105000"/>
              </a:lnSpc>
              <a:spcBef>
                <a:spcPts val="900"/>
              </a:spcBef>
              <a:spcAft>
                <a:spcPts val="0"/>
              </a:spcAft>
              <a:buClr>
                <a:schemeClr val="dk1"/>
              </a:buClr>
              <a:buSzPts val="300"/>
              <a:buFont typeface="Arial"/>
              <a:buNone/>
            </a:pPr>
            <a:r>
              <a:rPr lang="fr" sz="600">
                <a:solidFill>
                  <a:schemeClr val="lt1"/>
                </a:solidFill>
                <a:latin typeface="Arial"/>
                <a:ea typeface="Arial"/>
                <a:cs typeface="Arial"/>
                <a:sym typeface="Arial"/>
              </a:rPr>
              <a:t>Réparer les systèmes de la station, traverser les secteurs sinistrés et rejoindre la plateforme d'extraction avant l'effondrement d'Icarus-7.</a:t>
            </a:r>
            <a:endParaRPr sz="600">
              <a:solidFill>
                <a:schemeClr val="lt1"/>
              </a:solidFill>
              <a:latin typeface="Arial"/>
              <a:ea typeface="Arial"/>
              <a:cs typeface="Arial"/>
              <a:sym typeface="Arial"/>
            </a:endParaRPr>
          </a:p>
          <a:p>
            <a:pPr indent="0" lvl="0" marL="0" rtl="0" algn="l">
              <a:lnSpc>
                <a:spcPct val="90000"/>
              </a:lnSpc>
              <a:spcBef>
                <a:spcPts val="900"/>
              </a:spcBef>
              <a:spcAft>
                <a:spcPts val="0"/>
              </a:spcAft>
              <a:buSzPts val="300"/>
              <a:buNone/>
            </a:pPr>
            <a:r>
              <a:rPr lang="fr" sz="1100">
                <a:solidFill>
                  <a:schemeClr val="lt1"/>
                </a:solidFill>
              </a:rPr>
              <a:t> </a:t>
            </a:r>
            <a:endParaRPr sz="1100">
              <a:solidFill>
                <a:schemeClr val="lt1"/>
              </a:solidFill>
            </a:endParaRPr>
          </a:p>
        </p:txBody>
      </p:sp>
      <p:sp>
        <p:nvSpPr>
          <p:cNvPr id="134" name="Google Shape;134;p26"/>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400"/>
              <a:buNone/>
            </a:pPr>
            <a:r>
              <a:rPr lang="fr"/>
              <a:t>TIME QUEST</a:t>
            </a:r>
            <a:endParaRPr/>
          </a:p>
        </p:txBody>
      </p:sp>
      <p:sp>
        <p:nvSpPr>
          <p:cNvPr id="140" name="Google Shape;140;p27"/>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rmAutofit fontScale="47500" lnSpcReduction="10000"/>
          </a:bodyPr>
          <a:lstStyle/>
          <a:p>
            <a:pPr indent="-195739" lvl="0" marL="342900" rtl="0" algn="l">
              <a:lnSpc>
                <a:spcPct val="100000"/>
              </a:lnSpc>
              <a:spcBef>
                <a:spcPts val="400"/>
              </a:spcBef>
              <a:spcAft>
                <a:spcPts val="0"/>
              </a:spcAft>
              <a:buClr>
                <a:schemeClr val="dk1"/>
              </a:buClr>
              <a:buSzPct val="180000"/>
              <a:buChar char="•"/>
            </a:pPr>
            <a:r>
              <a:rPr b="1" lang="fr" sz="1500">
                <a:solidFill>
                  <a:schemeClr val="lt1"/>
                </a:solidFill>
              </a:rPr>
              <a:t>Narratif</a:t>
            </a:r>
            <a:endParaRPr sz="2500"/>
          </a:p>
          <a:p>
            <a:pPr indent="-195739" lvl="0" marL="342900" rtl="0" algn="l">
              <a:lnSpc>
                <a:spcPct val="100000"/>
              </a:lnSpc>
              <a:spcBef>
                <a:spcPts val="400"/>
              </a:spcBef>
              <a:spcAft>
                <a:spcPts val="0"/>
              </a:spcAft>
              <a:buClr>
                <a:schemeClr val="dk1"/>
              </a:buClr>
              <a:buSzPct val="180000"/>
              <a:buChar char="•"/>
            </a:pPr>
            <a:r>
              <a:rPr lang="fr" sz="1500">
                <a:solidFill>
                  <a:schemeClr val="lt1"/>
                </a:solidFill>
              </a:rPr>
              <a:t>Embarquez pour une aventure extraordinaire à travers les âges.</a:t>
            </a:r>
            <a:endParaRPr sz="2500"/>
          </a:p>
          <a:p>
            <a:pPr indent="-195739" lvl="0" marL="342900" rtl="0" algn="l">
              <a:lnSpc>
                <a:spcPct val="100000"/>
              </a:lnSpc>
              <a:spcBef>
                <a:spcPts val="400"/>
              </a:spcBef>
              <a:spcAft>
                <a:spcPts val="0"/>
              </a:spcAft>
              <a:buClr>
                <a:schemeClr val="dk1"/>
              </a:buClr>
              <a:buSzPct val="180000"/>
              <a:buChar char="•"/>
            </a:pPr>
            <a:r>
              <a:rPr lang="fr" sz="1500">
                <a:solidFill>
                  <a:schemeClr val="lt1"/>
                </a:solidFill>
              </a:rPr>
              <a:t>À la suite d'une mystérieuse perturbation temporelle, vous êtes propulsés dans les plus grandes civilisations de l'Histoire. Explorez la majesté de la Rome impériale, découvrez les trésors de la légendaire Maison de la Sagesse de Bagdad et plongez au cœur de l'Inde moghole dans une expérience immersive unique.</a:t>
            </a:r>
            <a:endParaRPr sz="2500"/>
          </a:p>
          <a:p>
            <a:pPr indent="-195739" lvl="0" marL="342900" rtl="0" algn="l">
              <a:lnSpc>
                <a:spcPct val="100000"/>
              </a:lnSpc>
              <a:spcBef>
                <a:spcPts val="400"/>
              </a:spcBef>
              <a:spcAft>
                <a:spcPts val="0"/>
              </a:spcAft>
              <a:buClr>
                <a:schemeClr val="dk1"/>
              </a:buClr>
              <a:buSzPct val="180000"/>
              <a:buChar char="•"/>
            </a:pPr>
            <a:r>
              <a:rPr lang="fr" sz="1500">
                <a:solidFill>
                  <a:schemeClr val="lt1"/>
                </a:solidFill>
              </a:rPr>
              <a:t>Voyagez librement avec votre groupe à travers des mondes reconstitués à taille réelle, rencontrez leurs habitants, percez leurs secrets et vivez l'Histoire comme si vous y étiez.</a:t>
            </a:r>
            <a:endParaRPr sz="2500"/>
          </a:p>
          <a:p>
            <a:pPr indent="-195739" lvl="0" marL="342900" rtl="0" algn="l">
              <a:lnSpc>
                <a:spcPct val="100000"/>
              </a:lnSpc>
              <a:spcBef>
                <a:spcPts val="400"/>
              </a:spcBef>
              <a:spcAft>
                <a:spcPts val="0"/>
              </a:spcAft>
              <a:buClr>
                <a:schemeClr val="dk1"/>
              </a:buClr>
              <a:buSzPct val="180000"/>
              <a:buChar char="•"/>
            </a:pPr>
            <a:r>
              <a:rPr lang="fr" sz="1500">
                <a:solidFill>
                  <a:schemeClr val="lt1"/>
                </a:solidFill>
              </a:rPr>
              <a:t>Une expérience culturelle spectaculaire où technologie, découverte et émerveillement se rencontrent pour vous faire voyager au-delà du temps. </a:t>
            </a:r>
            <a:endParaRPr sz="2500"/>
          </a:p>
          <a:p>
            <a:pPr indent="-195739" lvl="0" marL="342900" rtl="0" algn="l">
              <a:lnSpc>
                <a:spcPct val="100000"/>
              </a:lnSpc>
              <a:spcBef>
                <a:spcPts val="400"/>
              </a:spcBef>
              <a:spcAft>
                <a:spcPts val="0"/>
              </a:spcAft>
              <a:buClr>
                <a:schemeClr val="dk1"/>
              </a:buClr>
              <a:buSzPct val="180000"/>
              <a:buChar char="•"/>
            </a:pPr>
            <a:r>
              <a:rPr b="1" lang="fr" sz="1500">
                <a:solidFill>
                  <a:schemeClr val="lt1"/>
                </a:solidFill>
              </a:rPr>
              <a:t>🎮 Type d'expérience : </a:t>
            </a:r>
            <a:r>
              <a:rPr lang="fr" sz="1500">
                <a:solidFill>
                  <a:schemeClr val="lt1"/>
                </a:solidFill>
              </a:rPr>
              <a:t>Aventure culturelle immersive</a:t>
            </a:r>
            <a:endParaRPr sz="2500"/>
          </a:p>
          <a:p>
            <a:pPr indent="-195739" lvl="0" marL="342900" rtl="0" algn="l">
              <a:lnSpc>
                <a:spcPct val="100000"/>
              </a:lnSpc>
              <a:spcBef>
                <a:spcPts val="400"/>
              </a:spcBef>
              <a:spcAft>
                <a:spcPts val="0"/>
              </a:spcAft>
              <a:buClr>
                <a:schemeClr val="dk1"/>
              </a:buClr>
              <a:buSzPct val="180000"/>
              <a:buChar char="•"/>
            </a:pPr>
            <a:r>
              <a:rPr b="1" lang="fr" sz="1500">
                <a:solidFill>
                  <a:schemeClr val="lt1"/>
                </a:solidFill>
              </a:rPr>
              <a:t>👥 Joueurs : </a:t>
            </a:r>
            <a:r>
              <a:rPr lang="fr" sz="1500">
                <a:solidFill>
                  <a:schemeClr val="lt1"/>
                </a:solidFill>
              </a:rPr>
              <a:t>2 à 20 participants</a:t>
            </a:r>
            <a:endParaRPr sz="2500"/>
          </a:p>
          <a:p>
            <a:pPr indent="-195739" lvl="0" marL="342900" rtl="0" algn="l">
              <a:lnSpc>
                <a:spcPct val="100000"/>
              </a:lnSpc>
              <a:spcBef>
                <a:spcPts val="400"/>
              </a:spcBef>
              <a:spcAft>
                <a:spcPts val="0"/>
              </a:spcAft>
              <a:buClr>
                <a:schemeClr val="dk1"/>
              </a:buClr>
              <a:buSzPct val="180000"/>
              <a:buChar char="•"/>
            </a:pPr>
            <a:r>
              <a:rPr b="1" lang="fr" sz="1500">
                <a:solidFill>
                  <a:schemeClr val="lt1"/>
                </a:solidFill>
              </a:rPr>
              <a:t>⏱️ Durée : </a:t>
            </a:r>
            <a:r>
              <a:rPr lang="fr" sz="1500">
                <a:solidFill>
                  <a:schemeClr val="lt1"/>
                </a:solidFill>
              </a:rPr>
              <a:t>30 minutes</a:t>
            </a:r>
            <a:endParaRPr sz="2500"/>
          </a:p>
          <a:p>
            <a:pPr indent="-195739" lvl="0" marL="342900" rtl="0" algn="l">
              <a:lnSpc>
                <a:spcPct val="100000"/>
              </a:lnSpc>
              <a:spcBef>
                <a:spcPts val="400"/>
              </a:spcBef>
              <a:spcAft>
                <a:spcPts val="0"/>
              </a:spcAft>
              <a:buClr>
                <a:schemeClr val="dk1"/>
              </a:buClr>
              <a:buSzPct val="180000"/>
              <a:buChar char="•"/>
            </a:pPr>
            <a:r>
              <a:rPr b="1" lang="fr" sz="1500">
                <a:solidFill>
                  <a:schemeClr val="lt1"/>
                </a:solidFill>
              </a:rPr>
              <a:t>🎯 Mission</a:t>
            </a:r>
            <a:endParaRPr sz="2500"/>
          </a:p>
          <a:p>
            <a:pPr indent="-195739" lvl="0" marL="342900" rtl="0" algn="l">
              <a:lnSpc>
                <a:spcPct val="100000"/>
              </a:lnSpc>
              <a:spcBef>
                <a:spcPts val="400"/>
              </a:spcBef>
              <a:spcAft>
                <a:spcPts val="0"/>
              </a:spcAft>
              <a:buClr>
                <a:schemeClr val="dk1"/>
              </a:buClr>
              <a:buSzPct val="180000"/>
              <a:buChar char="•"/>
            </a:pPr>
            <a:r>
              <a:rPr lang="fr" sz="1500">
                <a:solidFill>
                  <a:schemeClr val="lt1"/>
                </a:solidFill>
              </a:rPr>
              <a:t>Explorer les civilisations du passé et résoudre les mystères du temps.</a:t>
            </a:r>
            <a:endParaRPr sz="2500"/>
          </a:p>
          <a:p>
            <a:pPr indent="-195739" lvl="0" marL="342900" rtl="0" algn="l">
              <a:lnSpc>
                <a:spcPct val="100000"/>
              </a:lnSpc>
              <a:spcBef>
                <a:spcPts val="400"/>
              </a:spcBef>
              <a:spcAft>
                <a:spcPts val="0"/>
              </a:spcAft>
              <a:buClr>
                <a:schemeClr val="dk1"/>
              </a:buClr>
              <a:buSzPct val="180000"/>
              <a:buChar char="•"/>
            </a:pPr>
            <a:r>
              <a:rPr b="1" lang="fr" sz="1500">
                <a:solidFill>
                  <a:schemeClr val="lt1"/>
                </a:solidFill>
              </a:rPr>
              <a:t>Tagline</a:t>
            </a:r>
            <a:endParaRPr b="1" sz="1500">
              <a:solidFill>
                <a:schemeClr val="lt1"/>
              </a:solidFill>
            </a:endParaRPr>
          </a:p>
          <a:p>
            <a:pPr indent="-195739" lvl="0" marL="342900" rtl="0" algn="l">
              <a:lnSpc>
                <a:spcPct val="100000"/>
              </a:lnSpc>
              <a:spcBef>
                <a:spcPts val="400"/>
              </a:spcBef>
              <a:spcAft>
                <a:spcPts val="0"/>
              </a:spcAft>
              <a:buClr>
                <a:schemeClr val="dk1"/>
              </a:buClr>
              <a:buSzPct val="180000"/>
              <a:buChar char="•"/>
            </a:pPr>
            <a:r>
              <a:rPr b="1" lang="fr" sz="1500">
                <a:solidFill>
                  <a:schemeClr val="lt1"/>
                </a:solidFill>
              </a:rPr>
              <a:t>"Traversez les siècles. Vivez l'Histoire."</a:t>
            </a:r>
            <a:endParaRPr sz="1500">
              <a:solidFill>
                <a:schemeClr val="lt1"/>
              </a:solidFill>
            </a:endParaRPr>
          </a:p>
          <a:p>
            <a:pPr indent="-165100" lvl="0" marL="342900" rtl="0" algn="l">
              <a:lnSpc>
                <a:spcPct val="100000"/>
              </a:lnSpc>
              <a:spcBef>
                <a:spcPts val="400"/>
              </a:spcBef>
              <a:spcAft>
                <a:spcPts val="0"/>
              </a:spcAft>
              <a:buClr>
                <a:schemeClr val="dk1"/>
              </a:buClr>
              <a:buSzPct val="209091"/>
              <a:buNone/>
            </a:pPr>
            <a:r>
              <a:t/>
            </a:r>
            <a:endParaRPr sz="1100">
              <a:solidFill>
                <a:schemeClr val="lt1"/>
              </a:solidFill>
            </a:endParaRPr>
          </a:p>
        </p:txBody>
      </p:sp>
      <p:sp>
        <p:nvSpPr>
          <p:cNvPr id="141" name="Google Shape;141;p27"/>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42900" y="205978"/>
            <a:ext cx="8387334"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400"/>
              <a:buNone/>
            </a:pPr>
            <a:r>
              <a:rPr lang="fr"/>
              <a:t>SPIRIT OF THE WILD</a:t>
            </a:r>
            <a:endParaRPr/>
          </a:p>
        </p:txBody>
      </p:sp>
      <p:sp>
        <p:nvSpPr>
          <p:cNvPr id="147" name="Google Shape;147;p28"/>
          <p:cNvSpPr txBox="1"/>
          <p:nvPr>
            <p:ph idx="1" type="body"/>
          </p:nvPr>
        </p:nvSpPr>
        <p:spPr>
          <a:xfrm>
            <a:off x="342900" y="1200150"/>
            <a:ext cx="4087368" cy="3394472"/>
          </a:xfrm>
          <a:prstGeom prst="rect">
            <a:avLst/>
          </a:prstGeom>
          <a:noFill/>
          <a:ln>
            <a:noFill/>
          </a:ln>
        </p:spPr>
        <p:txBody>
          <a:bodyPr anchorCtr="0" anchor="t" bIns="34275" lIns="68575" spcFirstLastPara="1" rIns="68575" wrap="square" tIns="34275">
            <a:normAutofit fontScale="92500" lnSpcReduction="20000"/>
          </a:bodyPr>
          <a:lstStyle/>
          <a:p>
            <a:pPr indent="-312896" lvl="0" marL="342900" rtl="0" algn="l">
              <a:lnSpc>
                <a:spcPct val="100000"/>
              </a:lnSpc>
              <a:spcBef>
                <a:spcPts val="400"/>
              </a:spcBef>
              <a:spcAft>
                <a:spcPts val="0"/>
              </a:spcAft>
              <a:buClr>
                <a:schemeClr val="dk1"/>
              </a:buClr>
              <a:buSzPct val="109524"/>
              <a:buChar char="•"/>
            </a:pPr>
            <a:r>
              <a:rPr lang="fr">
                <a:solidFill>
                  <a:schemeClr val="lt1"/>
                </a:solidFill>
              </a:rPr>
              <a:t>Dans un monde inspiré des légendes du Grand Nord, laissez votre esprit s'unir à la nature. Transformez-vous en créature mythique, explorez des paysages enchanteurs et découvrez une expérience immersive où votre regard, votre voix et vos émotions deviennent votre véritable pouvoir</a:t>
            </a:r>
            <a:endParaRPr/>
          </a:p>
          <a:p>
            <a:pPr indent="-165100" lvl="0" marL="342900" rtl="0" algn="l">
              <a:lnSpc>
                <a:spcPct val="100000"/>
              </a:lnSpc>
              <a:spcBef>
                <a:spcPts val="400"/>
              </a:spcBef>
              <a:spcAft>
                <a:spcPts val="0"/>
              </a:spcAft>
              <a:buClr>
                <a:schemeClr val="dk1"/>
              </a:buClr>
              <a:buSzPct val="109524"/>
              <a:buNone/>
            </a:pPr>
            <a:r>
              <a:t/>
            </a:r>
            <a:endParaRPr>
              <a:solidFill>
                <a:schemeClr val="lt1"/>
              </a:solidFill>
            </a:endParaRPr>
          </a:p>
          <a:p>
            <a:pPr indent="-312896" lvl="0" marL="342900" rtl="0" algn="l">
              <a:lnSpc>
                <a:spcPct val="100000"/>
              </a:lnSpc>
              <a:spcBef>
                <a:spcPts val="400"/>
              </a:spcBef>
              <a:spcAft>
                <a:spcPts val="0"/>
              </a:spcAft>
              <a:buClr>
                <a:schemeClr val="dk1"/>
              </a:buClr>
              <a:buSzPct val="109524"/>
              <a:buChar char="•"/>
            </a:pPr>
            <a:r>
              <a:rPr b="1" lang="fr">
                <a:solidFill>
                  <a:schemeClr val="lt1"/>
                </a:solidFill>
              </a:rPr>
              <a:t>"Éveillez l'animal qui sommeille en vous."</a:t>
            </a:r>
            <a:endParaRPr/>
          </a:p>
        </p:txBody>
      </p:sp>
      <p:sp>
        <p:nvSpPr>
          <p:cNvPr id="148" name="Google Shape;148;p28"/>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42900" y="205978"/>
            <a:ext cx="8387325" cy="85725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SzPts val="1400"/>
              <a:buNone/>
            </a:pPr>
            <a:r>
              <a:rPr lang="fr"/>
              <a:t>BRAIN ARENA</a:t>
            </a:r>
            <a:endParaRPr/>
          </a:p>
        </p:txBody>
      </p:sp>
      <p:sp>
        <p:nvSpPr>
          <p:cNvPr id="154" name="Google Shape;154;p29"/>
          <p:cNvSpPr txBox="1"/>
          <p:nvPr>
            <p:ph idx="1" type="body"/>
          </p:nvPr>
        </p:nvSpPr>
        <p:spPr>
          <a:xfrm>
            <a:off x="342900" y="1200150"/>
            <a:ext cx="4087500" cy="3394500"/>
          </a:xfrm>
          <a:prstGeom prst="rect">
            <a:avLst/>
          </a:prstGeom>
          <a:noFill/>
          <a:ln>
            <a:noFill/>
          </a:ln>
        </p:spPr>
        <p:txBody>
          <a:bodyPr anchorCtr="0" anchor="t" bIns="34275" lIns="68575" spcFirstLastPara="1" rIns="68575" wrap="square" tIns="34275">
            <a:normAutofit fontScale="55000" lnSpcReduction="20000"/>
          </a:bodyPr>
          <a:lstStyle/>
          <a:p>
            <a:pPr indent="0" lvl="0" marL="0" rtl="0" algn="l">
              <a:lnSpc>
                <a:spcPct val="100000"/>
              </a:lnSpc>
              <a:spcBef>
                <a:spcPts val="400"/>
              </a:spcBef>
              <a:spcAft>
                <a:spcPts val="0"/>
              </a:spcAft>
              <a:buSzPct val="161905"/>
              <a:buNone/>
            </a:pPr>
            <a:r>
              <a:rPr lang="fr">
                <a:solidFill>
                  <a:schemeClr val="lt1"/>
                </a:solidFill>
              </a:rPr>
              <a:t>La connaissance est votre meilleure arme. </a:t>
            </a:r>
            <a:endParaRPr>
              <a:solidFill>
                <a:schemeClr val="lt1"/>
              </a:solidFill>
            </a:endParaRPr>
          </a:p>
          <a:p>
            <a:pPr indent="0" lvl="0" marL="0" rtl="0" algn="l">
              <a:lnSpc>
                <a:spcPct val="115000"/>
              </a:lnSpc>
              <a:spcBef>
                <a:spcPts val="900"/>
              </a:spcBef>
              <a:spcAft>
                <a:spcPts val="0"/>
              </a:spcAft>
              <a:buClr>
                <a:schemeClr val="dk1"/>
              </a:buClr>
              <a:buSzPct val="66667"/>
              <a:buFont typeface="Arial"/>
              <a:buNone/>
            </a:pPr>
            <a:r>
              <a:rPr lang="fr" sz="1200">
                <a:solidFill>
                  <a:schemeClr val="lt1"/>
                </a:solidFill>
                <a:latin typeface="Arial"/>
                <a:ea typeface="Arial"/>
                <a:cs typeface="Arial"/>
                <a:sym typeface="Arial"/>
              </a:rPr>
              <a:t>Bienvenue dans </a:t>
            </a:r>
            <a:r>
              <a:rPr b="1" lang="fr" sz="1200">
                <a:solidFill>
                  <a:schemeClr val="lt1"/>
                </a:solidFill>
                <a:latin typeface="Arial"/>
                <a:ea typeface="Arial"/>
                <a:cs typeface="Arial"/>
                <a:sym typeface="Arial"/>
              </a:rPr>
              <a:t>Brain Arena</a:t>
            </a:r>
            <a:r>
              <a:rPr lang="fr" sz="1200">
                <a:solidFill>
                  <a:schemeClr val="lt1"/>
                </a:solidFill>
                <a:latin typeface="Arial"/>
                <a:ea typeface="Arial"/>
                <a:cs typeface="Arial"/>
                <a:sym typeface="Arial"/>
              </a:rPr>
              <a:t>, le premier jeu télévisé immersif où votre intelligence devient votre véritable super-pouvoir.</a:t>
            </a:r>
            <a:endParaRPr sz="1200">
              <a:solidFill>
                <a:schemeClr val="lt1"/>
              </a:solidFill>
              <a:latin typeface="Arial"/>
              <a:ea typeface="Arial"/>
              <a:cs typeface="Arial"/>
              <a:sym typeface="Arial"/>
            </a:endParaRPr>
          </a:p>
          <a:p>
            <a:pPr indent="0" lvl="0" marL="0" rtl="0" algn="l">
              <a:lnSpc>
                <a:spcPct val="115000"/>
              </a:lnSpc>
              <a:spcBef>
                <a:spcPts val="900"/>
              </a:spcBef>
              <a:spcAft>
                <a:spcPts val="0"/>
              </a:spcAft>
              <a:buClr>
                <a:schemeClr val="dk1"/>
              </a:buClr>
              <a:buSzPct val="66667"/>
              <a:buFont typeface="Arial"/>
              <a:buNone/>
            </a:pPr>
            <a:r>
              <a:rPr lang="fr" sz="1200">
                <a:solidFill>
                  <a:schemeClr val="lt1"/>
                </a:solidFill>
                <a:latin typeface="Arial"/>
                <a:ea typeface="Arial"/>
                <a:cs typeface="Arial"/>
                <a:sym typeface="Arial"/>
              </a:rPr>
              <a:t>Dans une arène futuriste digne des plus grands shows de compétition, vous affrontez vos amis dans une série de défis de culture générale aussi amusants qu'intenses. Histoire, cinéma, musique, sport, sciences, jeux vidéo, géographie ou encore pop culture : choisissez vos catégories et préparez-vous à faire chauffer vos neurones.</a:t>
            </a:r>
            <a:endParaRPr sz="1200">
              <a:solidFill>
                <a:schemeClr val="lt1"/>
              </a:solidFill>
              <a:latin typeface="Arial"/>
              <a:ea typeface="Arial"/>
              <a:cs typeface="Arial"/>
              <a:sym typeface="Arial"/>
            </a:endParaRPr>
          </a:p>
          <a:p>
            <a:pPr indent="0" lvl="0" marL="0" rtl="0" algn="l">
              <a:lnSpc>
                <a:spcPct val="115000"/>
              </a:lnSpc>
              <a:spcBef>
                <a:spcPts val="900"/>
              </a:spcBef>
              <a:spcAft>
                <a:spcPts val="0"/>
              </a:spcAft>
              <a:buClr>
                <a:schemeClr val="dk1"/>
              </a:buClr>
              <a:buSzPct val="66667"/>
              <a:buFont typeface="Arial"/>
              <a:buNone/>
            </a:pPr>
            <a:r>
              <a:rPr lang="fr" sz="1200">
                <a:solidFill>
                  <a:schemeClr val="lt1"/>
                </a:solidFill>
                <a:latin typeface="Arial"/>
                <a:ea typeface="Arial"/>
                <a:cs typeface="Arial"/>
                <a:sym typeface="Arial"/>
              </a:rPr>
              <a:t>Mais ici, connaître la réponse ne suffit pas. Il faut également être le plus rapide. Chaque seconde compte et chaque bonne réponse peut faire basculer le classement. Les scores évoluent en temps réel, la pression monte et les retournements de situation sont fréquents jusqu'à la dernière question.</a:t>
            </a:r>
            <a:endParaRPr sz="1200">
              <a:solidFill>
                <a:schemeClr val="lt1"/>
              </a:solidFill>
              <a:latin typeface="Arial"/>
              <a:ea typeface="Arial"/>
              <a:cs typeface="Arial"/>
              <a:sym typeface="Arial"/>
            </a:endParaRPr>
          </a:p>
          <a:p>
            <a:pPr indent="0" lvl="0" marL="0" rtl="0" algn="l">
              <a:lnSpc>
                <a:spcPct val="115000"/>
              </a:lnSpc>
              <a:spcBef>
                <a:spcPts val="900"/>
              </a:spcBef>
              <a:spcAft>
                <a:spcPts val="0"/>
              </a:spcAft>
              <a:buClr>
                <a:schemeClr val="dk1"/>
              </a:buClr>
              <a:buSzPct val="66667"/>
              <a:buFont typeface="Arial"/>
              <a:buNone/>
            </a:pPr>
            <a:r>
              <a:rPr lang="fr" sz="1200">
                <a:solidFill>
                  <a:schemeClr val="lt1"/>
                </a:solidFill>
                <a:latin typeface="Arial"/>
                <a:ea typeface="Arial"/>
                <a:cs typeface="Arial"/>
                <a:sym typeface="Arial"/>
              </a:rPr>
              <a:t>Entre compétition acharnée, éclats de rire et surprises, Brain Arena transforme la culture générale en une véritable expérience immersive où chacun peut devenir champion.</a:t>
            </a:r>
            <a:endParaRPr sz="1200">
              <a:solidFill>
                <a:schemeClr val="lt1"/>
              </a:solidFill>
              <a:latin typeface="Arial"/>
              <a:ea typeface="Arial"/>
              <a:cs typeface="Arial"/>
              <a:sym typeface="Arial"/>
            </a:endParaRPr>
          </a:p>
          <a:p>
            <a:pPr indent="0" lvl="0" marL="0" rtl="0" algn="l">
              <a:lnSpc>
                <a:spcPct val="115000"/>
              </a:lnSpc>
              <a:spcBef>
                <a:spcPts val="900"/>
              </a:spcBef>
              <a:spcAft>
                <a:spcPts val="0"/>
              </a:spcAft>
              <a:buClr>
                <a:schemeClr val="dk1"/>
              </a:buClr>
              <a:buSzPct val="66667"/>
              <a:buFont typeface="Arial"/>
              <a:buNone/>
            </a:pPr>
            <a:r>
              <a:rPr lang="fr" sz="1200">
                <a:solidFill>
                  <a:schemeClr val="lt1"/>
                </a:solidFill>
                <a:latin typeface="Arial"/>
                <a:ea typeface="Arial"/>
                <a:cs typeface="Arial"/>
                <a:sym typeface="Arial"/>
              </a:rPr>
              <a:t>Alors, êtes-vous prêt à prouver que vous êtes le plus brillant de l'arène ?</a:t>
            </a:r>
            <a:endParaRPr sz="800">
              <a:solidFill>
                <a:schemeClr val="lt1"/>
              </a:solidFill>
              <a:latin typeface="Arial"/>
              <a:ea typeface="Arial"/>
              <a:cs typeface="Arial"/>
              <a:sym typeface="Arial"/>
            </a:endParaRPr>
          </a:p>
          <a:p>
            <a:pPr indent="0" lvl="0" marL="0" rtl="0" algn="l">
              <a:lnSpc>
                <a:spcPct val="115000"/>
              </a:lnSpc>
              <a:spcBef>
                <a:spcPts val="1100"/>
              </a:spcBef>
              <a:spcAft>
                <a:spcPts val="0"/>
              </a:spcAft>
              <a:buClr>
                <a:schemeClr val="dk1"/>
              </a:buClr>
              <a:buSzPct val="72727"/>
              <a:buFont typeface="Arial"/>
              <a:buNone/>
            </a:pPr>
            <a:r>
              <a:rPr b="1" lang="fr" sz="1100">
                <a:solidFill>
                  <a:schemeClr val="lt1"/>
                </a:solidFill>
                <a:latin typeface="Arial"/>
                <a:ea typeface="Arial"/>
                <a:cs typeface="Arial"/>
                <a:sym typeface="Arial"/>
              </a:rPr>
              <a:t>🎮 Type d'expérience</a:t>
            </a:r>
            <a:endParaRPr b="1" sz="1100">
              <a:solidFill>
                <a:schemeClr val="lt1"/>
              </a:solidFill>
              <a:latin typeface="Arial"/>
              <a:ea typeface="Arial"/>
              <a:cs typeface="Arial"/>
              <a:sym typeface="Arial"/>
            </a:endParaRPr>
          </a:p>
          <a:p>
            <a:pPr indent="0" lvl="0" marL="0" rtl="0" algn="l">
              <a:lnSpc>
                <a:spcPct val="115000"/>
              </a:lnSpc>
              <a:spcBef>
                <a:spcPts val="900"/>
              </a:spcBef>
              <a:spcAft>
                <a:spcPts val="0"/>
              </a:spcAft>
              <a:buClr>
                <a:schemeClr val="dk1"/>
              </a:buClr>
              <a:buSzPct val="88889"/>
              <a:buFont typeface="Arial"/>
              <a:buNone/>
            </a:pPr>
            <a:r>
              <a:rPr lang="fr" sz="900">
                <a:solidFill>
                  <a:schemeClr val="lt1"/>
                </a:solidFill>
                <a:latin typeface="Arial"/>
                <a:ea typeface="Arial"/>
                <a:cs typeface="Arial"/>
                <a:sym typeface="Arial"/>
              </a:rPr>
              <a:t>Quiz immersif multijoueur</a:t>
            </a:r>
            <a:endParaRPr sz="900">
              <a:solidFill>
                <a:schemeClr val="lt1"/>
              </a:solidFill>
              <a:latin typeface="Arial"/>
              <a:ea typeface="Arial"/>
              <a:cs typeface="Arial"/>
              <a:sym typeface="Arial"/>
            </a:endParaRPr>
          </a:p>
          <a:p>
            <a:pPr indent="0" lvl="0" marL="0" rtl="0" algn="l">
              <a:lnSpc>
                <a:spcPct val="115000"/>
              </a:lnSpc>
              <a:spcBef>
                <a:spcPts val="1100"/>
              </a:spcBef>
              <a:spcAft>
                <a:spcPts val="0"/>
              </a:spcAft>
              <a:buClr>
                <a:schemeClr val="dk1"/>
              </a:buClr>
              <a:buSzPct val="72727"/>
              <a:buFont typeface="Arial"/>
              <a:buNone/>
            </a:pPr>
            <a:r>
              <a:rPr b="1" lang="fr" sz="1100">
                <a:solidFill>
                  <a:schemeClr val="lt1"/>
                </a:solidFill>
                <a:latin typeface="Arial"/>
                <a:ea typeface="Arial"/>
                <a:cs typeface="Arial"/>
                <a:sym typeface="Arial"/>
              </a:rPr>
              <a:t>👥 Joueurs : </a:t>
            </a:r>
            <a:r>
              <a:rPr lang="fr" sz="900">
                <a:solidFill>
                  <a:schemeClr val="lt1"/>
                </a:solidFill>
                <a:latin typeface="Arial"/>
                <a:ea typeface="Arial"/>
                <a:cs typeface="Arial"/>
                <a:sym typeface="Arial"/>
              </a:rPr>
              <a:t>2 à 8 joueurs</a:t>
            </a:r>
            <a:endParaRPr sz="900">
              <a:solidFill>
                <a:schemeClr val="lt1"/>
              </a:solidFill>
              <a:latin typeface="Arial"/>
              <a:ea typeface="Arial"/>
              <a:cs typeface="Arial"/>
              <a:sym typeface="Arial"/>
            </a:endParaRPr>
          </a:p>
          <a:p>
            <a:pPr indent="0" lvl="0" marL="0" rtl="0" algn="l">
              <a:lnSpc>
                <a:spcPct val="115000"/>
              </a:lnSpc>
              <a:spcBef>
                <a:spcPts val="1100"/>
              </a:spcBef>
              <a:spcAft>
                <a:spcPts val="0"/>
              </a:spcAft>
              <a:buClr>
                <a:schemeClr val="dk1"/>
              </a:buClr>
              <a:buSzPct val="72727"/>
              <a:buFont typeface="Arial"/>
              <a:buNone/>
            </a:pPr>
            <a:r>
              <a:rPr b="1" lang="fr" sz="1100">
                <a:solidFill>
                  <a:schemeClr val="lt1"/>
                </a:solidFill>
                <a:latin typeface="Arial"/>
                <a:ea typeface="Arial"/>
                <a:cs typeface="Arial"/>
                <a:sym typeface="Arial"/>
              </a:rPr>
              <a:t>⏱️ Durée : </a:t>
            </a:r>
            <a:r>
              <a:rPr lang="fr" sz="900">
                <a:solidFill>
                  <a:schemeClr val="lt1"/>
                </a:solidFill>
                <a:latin typeface="Arial"/>
                <a:ea typeface="Arial"/>
                <a:cs typeface="Arial"/>
                <a:sym typeface="Arial"/>
              </a:rPr>
              <a:t>30 minutes</a:t>
            </a:r>
            <a:endParaRPr sz="900">
              <a:solidFill>
                <a:schemeClr val="lt1"/>
              </a:solidFill>
              <a:latin typeface="Arial"/>
              <a:ea typeface="Arial"/>
              <a:cs typeface="Arial"/>
              <a:sym typeface="Arial"/>
            </a:endParaRPr>
          </a:p>
          <a:p>
            <a:pPr indent="0" lvl="0" marL="0" rtl="0" algn="l">
              <a:lnSpc>
                <a:spcPct val="115000"/>
              </a:lnSpc>
              <a:spcBef>
                <a:spcPts val="1100"/>
              </a:spcBef>
              <a:spcAft>
                <a:spcPts val="0"/>
              </a:spcAft>
              <a:buClr>
                <a:schemeClr val="dk1"/>
              </a:buClr>
              <a:buSzPct val="72727"/>
              <a:buFont typeface="Arial"/>
              <a:buNone/>
            </a:pPr>
            <a:r>
              <a:rPr b="1" lang="fr" sz="1100">
                <a:solidFill>
                  <a:schemeClr val="lt1"/>
                </a:solidFill>
                <a:latin typeface="Arial"/>
                <a:ea typeface="Arial"/>
                <a:cs typeface="Arial"/>
                <a:sym typeface="Arial"/>
              </a:rPr>
              <a:t>🎯 Objectif</a:t>
            </a:r>
            <a:endParaRPr b="1" sz="1100">
              <a:solidFill>
                <a:schemeClr val="lt1"/>
              </a:solidFill>
              <a:latin typeface="Arial"/>
              <a:ea typeface="Arial"/>
              <a:cs typeface="Arial"/>
              <a:sym typeface="Arial"/>
            </a:endParaRPr>
          </a:p>
          <a:p>
            <a:pPr indent="0" lvl="0" marL="0" rtl="0" algn="l">
              <a:lnSpc>
                <a:spcPct val="115000"/>
              </a:lnSpc>
              <a:spcBef>
                <a:spcPts val="900"/>
              </a:spcBef>
              <a:spcAft>
                <a:spcPts val="900"/>
              </a:spcAft>
              <a:buSzPct val="377778"/>
              <a:buNone/>
            </a:pPr>
            <a:r>
              <a:rPr lang="fr" sz="900">
                <a:solidFill>
                  <a:schemeClr val="lt1"/>
                </a:solidFill>
                <a:latin typeface="Arial"/>
                <a:ea typeface="Arial"/>
                <a:cs typeface="Arial"/>
                <a:sym typeface="Arial"/>
              </a:rPr>
              <a:t>Accumuler le maximum de points en répondant correctement et rapidement aux questions pour terminer en tête du classement.</a:t>
            </a:r>
            <a:endParaRPr sz="2200">
              <a:solidFill>
                <a:schemeClr val="lt1"/>
              </a:solidFill>
            </a:endParaRPr>
          </a:p>
        </p:txBody>
      </p:sp>
      <p:sp>
        <p:nvSpPr>
          <p:cNvPr id="155" name="Google Shape;155;p29"/>
          <p:cNvSpPr txBox="1"/>
          <p:nvPr>
            <p:ph idx="2" type="body"/>
          </p:nvPr>
        </p:nvSpPr>
        <p:spPr>
          <a:xfrm>
            <a:off x="4914900" y="1200149"/>
            <a:ext cx="3815400" cy="3394500"/>
          </a:xfrm>
          <a:prstGeom prst="rect">
            <a:avLst/>
          </a:prstGeom>
        </p:spPr>
        <p:txBody>
          <a:bodyPr anchorCtr="0" anchor="t" bIns="34275" lIns="68575" spcFirstLastPara="1" rIns="68575" wrap="square" tIns="34275">
            <a:normAutofit/>
          </a:bodyPr>
          <a:lstStyle/>
          <a:p>
            <a:pPr indent="0" lvl="0" marL="0" rtl="0" algn="l">
              <a:spcBef>
                <a:spcPts val="4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